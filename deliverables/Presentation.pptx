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69" r:id="rId2"/>
    <p:sldId id="271" r:id="rId3"/>
    <p:sldId id="272" r:id="rId4"/>
    <p:sldId id="273" r:id="rId5"/>
    <p:sldId id="282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4" r:id="rId22"/>
    <p:sldId id="265" r:id="rId23"/>
    <p:sldId id="266" r:id="rId24"/>
    <p:sldId id="267" r:id="rId25"/>
    <p:sldId id="263" r:id="rId26"/>
    <p:sldId id="268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4F3B34-F244-4044-B418-75E525FE8DB6}">
          <p14:sldIdLst>
            <p14:sldId id="269"/>
            <p14:sldId id="271"/>
            <p14:sldId id="272"/>
            <p14:sldId id="273"/>
            <p14:sldId id="282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OLD" id="{81F2CB06-7752-421C-BB3A-85FA5158617C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4"/>
            <p14:sldId id="265"/>
            <p14:sldId id="266"/>
            <p14:sldId id="267"/>
            <p14:sldId id="263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7B5A6"/>
    <a:srgbClr val="F7F9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23695E-4AC9-C290-504C-E0E34865CC40}" v="10" dt="2026-07-31T01:28:36.373"/>
    <p1510:client id="{4560E425-EADA-36C9-2AED-79BD548F12EF}" v="91" dt="2026-07-31T02:36:11.708"/>
    <p1510:client id="{7DD1F11F-4551-716B-4B98-2D11B4263C12}" v="604" dt="2026-07-31T01:38:32.145"/>
    <p1510:client id="{D8DB74D3-93FC-9BC1-83C9-C3DE6487881C}" v="10" dt="2026-07-31T03:17:12.911"/>
    <p1510:client id="{E686D643-077A-458E-89CA-85AAC9B757FE}" v="521" dt="2026-07-31T03:26:03.249"/>
    <p1510:client id="{F9AE5DED-D3CC-1288-006E-432DB8B58F65}" v="15" dt="2026-07-31T02:27:15.3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74" y="276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OH HUI MIN" userId="S::2570478@sit.singaporetech.edu.sg::803cfcfa-5b2e-4df9-89f3-fffbd24b0295" providerId="AD" clId="Web-{3C23695E-4AC9-C290-504C-E0E34865CC40}"/>
    <pc:docChg chg="modSld sldOrd">
      <pc:chgData name="GOH HUI MIN" userId="S::2570478@sit.singaporetech.edu.sg::803cfcfa-5b2e-4df9-89f3-fffbd24b0295" providerId="AD" clId="Web-{3C23695E-4AC9-C290-504C-E0E34865CC40}" dt="2026-07-31T01:28:36.373" v="7"/>
      <pc:docMkLst>
        <pc:docMk/>
      </pc:docMkLst>
      <pc:sldChg chg="ord">
        <pc:chgData name="GOH HUI MIN" userId="S::2570478@sit.singaporetech.edu.sg::803cfcfa-5b2e-4df9-89f3-fffbd24b0295" providerId="AD" clId="Web-{3C23695E-4AC9-C290-504C-E0E34865CC40}" dt="2026-07-31T01:28:36.373" v="7"/>
        <pc:sldMkLst>
          <pc:docMk/>
          <pc:sldMk cId="0" sldId="263"/>
        </pc:sldMkLst>
      </pc:sldChg>
      <pc:sldChg chg="delSp modSp">
        <pc:chgData name="GOH HUI MIN" userId="S::2570478@sit.singaporetech.edu.sg::803cfcfa-5b2e-4df9-89f3-fffbd24b0295" providerId="AD" clId="Web-{3C23695E-4AC9-C290-504C-E0E34865CC40}" dt="2026-07-31T01:23:24.048" v="6"/>
        <pc:sldMkLst>
          <pc:docMk/>
          <pc:sldMk cId="0" sldId="268"/>
        </pc:sldMkLst>
        <pc:spChg chg="mod">
          <ac:chgData name="GOH HUI MIN" userId="S::2570478@sit.singaporetech.edu.sg::803cfcfa-5b2e-4df9-89f3-fffbd24b0295" providerId="AD" clId="Web-{3C23695E-4AC9-C290-504C-E0E34865CC40}" dt="2026-07-31T01:23:01.657" v="3" actId="20577"/>
          <ac:spMkLst>
            <pc:docMk/>
            <pc:sldMk cId="0" sldId="268"/>
            <ac:spMk id="2" creationId="{00000000-0000-0000-0000-000000000000}"/>
          </ac:spMkLst>
        </pc:spChg>
        <pc:spChg chg="del mod">
          <ac:chgData name="GOH HUI MIN" userId="S::2570478@sit.singaporetech.edu.sg::803cfcfa-5b2e-4df9-89f3-fffbd24b0295" providerId="AD" clId="Web-{3C23695E-4AC9-C290-504C-E0E34865CC40}" dt="2026-07-31T01:23:24.048" v="6"/>
          <ac:spMkLst>
            <pc:docMk/>
            <pc:sldMk cId="0" sldId="268"/>
            <ac:spMk id="5" creationId="{00000000-0000-0000-0000-000000000000}"/>
          </ac:spMkLst>
        </pc:spChg>
      </pc:sldChg>
    </pc:docChg>
  </pc:docChgLst>
  <pc:docChgLst>
    <pc:chgData name="GOH HUI MIN" userId="803cfcfa-5b2e-4df9-89f3-fffbd24b0295" providerId="ADAL" clId="{9EBFB405-9D74-4947-9D11-4A4650034B80}"/>
    <pc:docChg chg="undo custSel addSld delSld modSld addSection modSection">
      <pc:chgData name="GOH HUI MIN" userId="803cfcfa-5b2e-4df9-89f3-fffbd24b0295" providerId="ADAL" clId="{9EBFB405-9D74-4947-9D11-4A4650034B80}" dt="2026-07-31T03:26:03.249" v="579" actId="207"/>
      <pc:docMkLst>
        <pc:docMk/>
      </pc:docMkLst>
      <pc:sldChg chg="addSp modSp mod">
        <pc:chgData name="GOH HUI MIN" userId="803cfcfa-5b2e-4df9-89f3-fffbd24b0295" providerId="ADAL" clId="{9EBFB405-9D74-4947-9D11-4A4650034B80}" dt="2026-07-31T02:04:41.039" v="55" actId="22"/>
        <pc:sldMkLst>
          <pc:docMk/>
          <pc:sldMk cId="0" sldId="256"/>
        </pc:sldMkLst>
        <pc:spChg chg="mod">
          <ac:chgData name="GOH HUI MIN" userId="803cfcfa-5b2e-4df9-89f3-fffbd24b0295" providerId="ADAL" clId="{9EBFB405-9D74-4947-9D11-4A4650034B80}" dt="2026-07-31T01:56:25.513" v="19" actId="20577"/>
          <ac:spMkLst>
            <pc:docMk/>
            <pc:sldMk cId="0" sldId="256"/>
            <ac:spMk id="4" creationId="{00000000-0000-0000-0000-000000000000}"/>
          </ac:spMkLst>
        </pc:spChg>
        <pc:spChg chg="add">
          <ac:chgData name="GOH HUI MIN" userId="803cfcfa-5b2e-4df9-89f3-fffbd24b0295" providerId="ADAL" clId="{9EBFB405-9D74-4947-9D11-4A4650034B80}" dt="2026-07-31T02:04:41.039" v="55" actId="22"/>
          <ac:spMkLst>
            <pc:docMk/>
            <pc:sldMk cId="0" sldId="256"/>
            <ac:spMk id="6" creationId="{E54EDE64-1333-02B6-67ED-75D7657913B6}"/>
          </ac:spMkLst>
        </pc:spChg>
      </pc:sldChg>
      <pc:sldChg chg="addSp mod">
        <pc:chgData name="GOH HUI MIN" userId="803cfcfa-5b2e-4df9-89f3-fffbd24b0295" providerId="ADAL" clId="{9EBFB405-9D74-4947-9D11-4A4650034B80}" dt="2026-07-31T02:04:39.979" v="54" actId="22"/>
        <pc:sldMkLst>
          <pc:docMk/>
          <pc:sldMk cId="0" sldId="257"/>
        </pc:sldMkLst>
        <pc:spChg chg="add">
          <ac:chgData name="GOH HUI MIN" userId="803cfcfa-5b2e-4df9-89f3-fffbd24b0295" providerId="ADAL" clId="{9EBFB405-9D74-4947-9D11-4A4650034B80}" dt="2026-07-31T02:04:39.979" v="54" actId="22"/>
          <ac:spMkLst>
            <pc:docMk/>
            <pc:sldMk cId="0" sldId="257"/>
            <ac:spMk id="21" creationId="{A589918F-E96C-17DC-32A5-E5F572C78A23}"/>
          </ac:spMkLst>
        </pc:spChg>
      </pc:sldChg>
      <pc:sldChg chg="addSp modSp mod">
        <pc:chgData name="GOH HUI MIN" userId="803cfcfa-5b2e-4df9-89f3-fffbd24b0295" providerId="ADAL" clId="{9EBFB405-9D74-4947-9D11-4A4650034B80}" dt="2026-07-31T02:21:51.019" v="105" actId="1076"/>
        <pc:sldMkLst>
          <pc:docMk/>
          <pc:sldMk cId="0" sldId="258"/>
        </pc:sldMkLst>
        <pc:spChg chg="add mod">
          <ac:chgData name="GOH HUI MIN" userId="803cfcfa-5b2e-4df9-89f3-fffbd24b0295" providerId="ADAL" clId="{9EBFB405-9D74-4947-9D11-4A4650034B80}" dt="2026-07-31T02:21:51.019" v="105" actId="1076"/>
          <ac:spMkLst>
            <pc:docMk/>
            <pc:sldMk cId="0" sldId="258"/>
            <ac:spMk id="3" creationId="{5B9D26AD-21C6-09D8-65E5-4F7334DA7257}"/>
          </ac:spMkLst>
        </pc:spChg>
      </pc:sldChg>
      <pc:sldChg chg="addSp modSp mod">
        <pc:chgData name="GOH HUI MIN" userId="803cfcfa-5b2e-4df9-89f3-fffbd24b0295" providerId="ADAL" clId="{9EBFB405-9D74-4947-9D11-4A4650034B80}" dt="2026-07-31T02:18:06.934" v="77" actId="1076"/>
        <pc:sldMkLst>
          <pc:docMk/>
          <pc:sldMk cId="0" sldId="259"/>
        </pc:sldMkLst>
        <pc:spChg chg="add">
          <ac:chgData name="GOH HUI MIN" userId="803cfcfa-5b2e-4df9-89f3-fffbd24b0295" providerId="ADAL" clId="{9EBFB405-9D74-4947-9D11-4A4650034B80}" dt="2026-07-31T02:04:42.047" v="56" actId="22"/>
          <ac:spMkLst>
            <pc:docMk/>
            <pc:sldMk cId="0" sldId="259"/>
            <ac:spMk id="5" creationId="{13F2DF88-06F3-4DBE-5EAD-1B5B415F963A}"/>
          </ac:spMkLst>
        </pc:spChg>
        <pc:spChg chg="mod">
          <ac:chgData name="GOH HUI MIN" userId="803cfcfa-5b2e-4df9-89f3-fffbd24b0295" providerId="ADAL" clId="{9EBFB405-9D74-4947-9D11-4A4650034B80}" dt="2026-07-31T02:18:06.934" v="77" actId="1076"/>
          <ac:spMkLst>
            <pc:docMk/>
            <pc:sldMk cId="0" sldId="259"/>
            <ac:spMk id="7" creationId="{00000000-0000-0000-0000-000000000000}"/>
          </ac:spMkLst>
        </pc:spChg>
      </pc:sldChg>
      <pc:sldChg chg="addSp mod">
        <pc:chgData name="GOH HUI MIN" userId="803cfcfa-5b2e-4df9-89f3-fffbd24b0295" providerId="ADAL" clId="{9EBFB405-9D74-4947-9D11-4A4650034B80}" dt="2026-07-31T02:13:06.854" v="60" actId="22"/>
        <pc:sldMkLst>
          <pc:docMk/>
          <pc:sldMk cId="0" sldId="260"/>
        </pc:sldMkLst>
        <pc:spChg chg="add">
          <ac:chgData name="GOH HUI MIN" userId="803cfcfa-5b2e-4df9-89f3-fffbd24b0295" providerId="ADAL" clId="{9EBFB405-9D74-4947-9D11-4A4650034B80}" dt="2026-07-31T02:13:06.854" v="60" actId="22"/>
          <ac:spMkLst>
            <pc:docMk/>
            <pc:sldMk cId="0" sldId="260"/>
            <ac:spMk id="16" creationId="{8FAC2705-9F63-F8E9-9272-90709ED91548}"/>
          </ac:spMkLst>
        </pc:spChg>
      </pc:sldChg>
      <pc:sldChg chg="addSp mod">
        <pc:chgData name="GOH HUI MIN" userId="803cfcfa-5b2e-4df9-89f3-fffbd24b0295" providerId="ADAL" clId="{9EBFB405-9D74-4947-9D11-4A4650034B80}" dt="2026-07-31T02:13:05.913" v="59" actId="22"/>
        <pc:sldMkLst>
          <pc:docMk/>
          <pc:sldMk cId="0" sldId="261"/>
        </pc:sldMkLst>
        <pc:spChg chg="add">
          <ac:chgData name="GOH HUI MIN" userId="803cfcfa-5b2e-4df9-89f3-fffbd24b0295" providerId="ADAL" clId="{9EBFB405-9D74-4947-9D11-4A4650034B80}" dt="2026-07-31T02:13:05.913" v="59" actId="22"/>
          <ac:spMkLst>
            <pc:docMk/>
            <pc:sldMk cId="0" sldId="261"/>
            <ac:spMk id="5" creationId="{00114179-7D01-A509-868E-A0599089DD71}"/>
          </ac:spMkLst>
        </pc:spChg>
      </pc:sldChg>
      <pc:sldChg chg="addSp mod">
        <pc:chgData name="GOH HUI MIN" userId="803cfcfa-5b2e-4df9-89f3-fffbd24b0295" providerId="ADAL" clId="{9EBFB405-9D74-4947-9D11-4A4650034B80}" dt="2026-07-31T02:14:20.070" v="62" actId="22"/>
        <pc:sldMkLst>
          <pc:docMk/>
          <pc:sldMk cId="0" sldId="262"/>
        </pc:sldMkLst>
        <pc:spChg chg="add">
          <ac:chgData name="GOH HUI MIN" userId="803cfcfa-5b2e-4df9-89f3-fffbd24b0295" providerId="ADAL" clId="{9EBFB405-9D74-4947-9D11-4A4650034B80}" dt="2026-07-31T02:14:20.070" v="62" actId="22"/>
          <ac:spMkLst>
            <pc:docMk/>
            <pc:sldMk cId="0" sldId="262"/>
            <ac:spMk id="5" creationId="{45BD4626-2F90-0D80-F407-4C954AAC37CA}"/>
          </ac:spMkLst>
        </pc:spChg>
      </pc:sldChg>
      <pc:sldChg chg="addSp mod">
        <pc:chgData name="GOH HUI MIN" userId="803cfcfa-5b2e-4df9-89f3-fffbd24b0295" providerId="ADAL" clId="{9EBFB405-9D74-4947-9D11-4A4650034B80}" dt="2026-07-31T02:22:29.952" v="106" actId="22"/>
        <pc:sldMkLst>
          <pc:docMk/>
          <pc:sldMk cId="0" sldId="263"/>
        </pc:sldMkLst>
        <pc:spChg chg="add">
          <ac:chgData name="GOH HUI MIN" userId="803cfcfa-5b2e-4df9-89f3-fffbd24b0295" providerId="ADAL" clId="{9EBFB405-9D74-4947-9D11-4A4650034B80}" dt="2026-07-31T02:22:29.952" v="106" actId="22"/>
          <ac:spMkLst>
            <pc:docMk/>
            <pc:sldMk cId="0" sldId="263"/>
            <ac:spMk id="5" creationId="{622984F2-7A02-E0B4-847A-88765262106D}"/>
          </ac:spMkLst>
        </pc:spChg>
      </pc:sldChg>
      <pc:sldChg chg="addSp mod">
        <pc:chgData name="GOH HUI MIN" userId="803cfcfa-5b2e-4df9-89f3-fffbd24b0295" providerId="ADAL" clId="{9EBFB405-9D74-4947-9D11-4A4650034B80}" dt="2026-07-31T02:14:21.510" v="63" actId="22"/>
        <pc:sldMkLst>
          <pc:docMk/>
          <pc:sldMk cId="0" sldId="264"/>
        </pc:sldMkLst>
        <pc:spChg chg="add">
          <ac:chgData name="GOH HUI MIN" userId="803cfcfa-5b2e-4df9-89f3-fffbd24b0295" providerId="ADAL" clId="{9EBFB405-9D74-4947-9D11-4A4650034B80}" dt="2026-07-31T02:14:21.510" v="63" actId="22"/>
          <ac:spMkLst>
            <pc:docMk/>
            <pc:sldMk cId="0" sldId="264"/>
            <ac:spMk id="5" creationId="{D5B87F5B-3C92-E6A8-6A8E-14A0B84DE6D8}"/>
          </ac:spMkLst>
        </pc:spChg>
      </pc:sldChg>
      <pc:sldChg chg="addSp mod">
        <pc:chgData name="GOH HUI MIN" userId="803cfcfa-5b2e-4df9-89f3-fffbd24b0295" providerId="ADAL" clId="{9EBFB405-9D74-4947-9D11-4A4650034B80}" dt="2026-07-31T02:14:40.150" v="64" actId="22"/>
        <pc:sldMkLst>
          <pc:docMk/>
          <pc:sldMk cId="0" sldId="265"/>
        </pc:sldMkLst>
        <pc:spChg chg="add">
          <ac:chgData name="GOH HUI MIN" userId="803cfcfa-5b2e-4df9-89f3-fffbd24b0295" providerId="ADAL" clId="{9EBFB405-9D74-4947-9D11-4A4650034B80}" dt="2026-07-31T02:14:40.150" v="64" actId="22"/>
          <ac:spMkLst>
            <pc:docMk/>
            <pc:sldMk cId="0" sldId="265"/>
            <ac:spMk id="5" creationId="{AD81DFC6-3030-5E1A-959F-A3D60BBD42D6}"/>
          </ac:spMkLst>
        </pc:spChg>
      </pc:sldChg>
      <pc:sldChg chg="addSp modSp mod">
        <pc:chgData name="GOH HUI MIN" userId="803cfcfa-5b2e-4df9-89f3-fffbd24b0295" providerId="ADAL" clId="{9EBFB405-9D74-4947-9D11-4A4650034B80}" dt="2026-07-31T02:15:46.404" v="66" actId="1076"/>
        <pc:sldMkLst>
          <pc:docMk/>
          <pc:sldMk cId="0" sldId="266"/>
        </pc:sldMkLst>
        <pc:spChg chg="add mod">
          <ac:chgData name="GOH HUI MIN" userId="803cfcfa-5b2e-4df9-89f3-fffbd24b0295" providerId="ADAL" clId="{9EBFB405-9D74-4947-9D11-4A4650034B80}" dt="2026-07-31T02:15:46.404" v="66" actId="1076"/>
          <ac:spMkLst>
            <pc:docMk/>
            <pc:sldMk cId="0" sldId="266"/>
            <ac:spMk id="5" creationId="{F6B05E27-F168-1D91-E5E9-98742C0F11EA}"/>
          </ac:spMkLst>
        </pc:spChg>
      </pc:sldChg>
      <pc:sldChg chg="addSp delSp modSp mod">
        <pc:chgData name="GOH HUI MIN" userId="803cfcfa-5b2e-4df9-89f3-fffbd24b0295" providerId="ADAL" clId="{9EBFB405-9D74-4947-9D11-4A4650034B80}" dt="2026-07-31T02:16:43.958" v="71" actId="22"/>
        <pc:sldMkLst>
          <pc:docMk/>
          <pc:sldMk cId="0" sldId="267"/>
        </pc:sldMkLst>
        <pc:spChg chg="add del mod">
          <ac:chgData name="GOH HUI MIN" userId="803cfcfa-5b2e-4df9-89f3-fffbd24b0295" providerId="ADAL" clId="{9EBFB405-9D74-4947-9D11-4A4650034B80}" dt="2026-07-31T02:16:39.746" v="70"/>
          <ac:spMkLst>
            <pc:docMk/>
            <pc:sldMk cId="0" sldId="267"/>
            <ac:spMk id="3" creationId="{C1362BC3-6ED7-0A1B-4670-F5D62F6DDC6A}"/>
          </ac:spMkLst>
        </pc:spChg>
        <pc:spChg chg="add">
          <ac:chgData name="GOH HUI MIN" userId="803cfcfa-5b2e-4df9-89f3-fffbd24b0295" providerId="ADAL" clId="{9EBFB405-9D74-4947-9D11-4A4650034B80}" dt="2026-07-31T02:16:43.958" v="71" actId="22"/>
          <ac:spMkLst>
            <pc:docMk/>
            <pc:sldMk cId="0" sldId="267"/>
            <ac:spMk id="7" creationId="{4D9E17FC-4C9C-3E5B-DCAB-CBB0A39356BE}"/>
          </ac:spMkLst>
        </pc:spChg>
      </pc:sldChg>
      <pc:sldChg chg="addSp mod">
        <pc:chgData name="GOH HUI MIN" userId="803cfcfa-5b2e-4df9-89f3-fffbd24b0295" providerId="ADAL" clId="{9EBFB405-9D74-4947-9D11-4A4650034B80}" dt="2026-07-31T02:22:31.695" v="107" actId="22"/>
        <pc:sldMkLst>
          <pc:docMk/>
          <pc:sldMk cId="0" sldId="268"/>
        </pc:sldMkLst>
        <pc:spChg chg="add">
          <ac:chgData name="GOH HUI MIN" userId="803cfcfa-5b2e-4df9-89f3-fffbd24b0295" providerId="ADAL" clId="{9EBFB405-9D74-4947-9D11-4A4650034B80}" dt="2026-07-31T02:22:31.695" v="107" actId="22"/>
          <ac:spMkLst>
            <pc:docMk/>
            <pc:sldMk cId="0" sldId="268"/>
            <ac:spMk id="6" creationId="{FF16899E-E5DF-C98E-8FD3-F1228EAAB399}"/>
          </ac:spMkLst>
        </pc:spChg>
      </pc:sldChg>
      <pc:sldChg chg="addSp modSp add mod">
        <pc:chgData name="GOH HUI MIN" userId="803cfcfa-5b2e-4df9-89f3-fffbd24b0295" providerId="ADAL" clId="{9EBFB405-9D74-4947-9D11-4A4650034B80}" dt="2026-07-31T02:48:38.383" v="470" actId="14100"/>
        <pc:sldMkLst>
          <pc:docMk/>
          <pc:sldMk cId="0" sldId="269"/>
        </pc:sldMkLst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9" creationId="{0103633B-277D-CBCF-9BAC-C1EF3FE4DF90}"/>
          </ac:spMkLst>
        </pc:spChg>
        <pc:spChg chg="add mod">
          <ac:chgData name="GOH HUI MIN" userId="803cfcfa-5b2e-4df9-89f3-fffbd24b0295" providerId="ADAL" clId="{9EBFB405-9D74-4947-9D11-4A4650034B80}" dt="2026-07-31T02:40:49.379" v="354" actId="1036"/>
          <ac:spMkLst>
            <pc:docMk/>
            <pc:sldMk cId="0" sldId="269"/>
            <ac:spMk id="11" creationId="{BAC93B6E-92F6-CB46-E4FE-5FFD41901FF2}"/>
          </ac:spMkLst>
        </pc:spChg>
        <pc:spChg chg="add">
          <ac:chgData name="GOH HUI MIN" userId="803cfcfa-5b2e-4df9-89f3-fffbd24b0295" providerId="ADAL" clId="{9EBFB405-9D74-4947-9D11-4A4650034B80}" dt="2026-07-31T02:40:44.866" v="305" actId="22"/>
          <ac:spMkLst>
            <pc:docMk/>
            <pc:sldMk cId="0" sldId="269"/>
            <ac:spMk id="15" creationId="{AD2D9C61-B0A1-A190-37C1-4616554295BF}"/>
          </ac:spMkLst>
        </pc:spChg>
        <pc:spChg chg="mod">
          <ac:chgData name="GOH HUI MIN" userId="803cfcfa-5b2e-4df9-89f3-fffbd24b0295" providerId="ADAL" clId="{9EBFB405-9D74-4947-9D11-4A4650034B80}" dt="2026-07-31T02:40:49.379" v="354" actId="1036"/>
          <ac:spMkLst>
            <pc:docMk/>
            <pc:sldMk cId="0" sldId="269"/>
            <ac:spMk id="17" creationId="{4B8EB6CF-638C-B5AA-8E2B-C7CC3F5664AC}"/>
          </ac:spMkLst>
        </pc:spChg>
        <pc:spChg chg="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19" creationId="{94AE7CB3-884C-9B2D-8BE6-DDF294948508}"/>
          </ac:spMkLst>
        </pc:spChg>
        <pc:spChg chg="mod">
          <ac:chgData name="GOH HUI MIN" userId="803cfcfa-5b2e-4df9-89f3-fffbd24b0295" providerId="ADAL" clId="{9EBFB405-9D74-4947-9D11-4A4650034B80}" dt="2026-07-31T02:40:49.379" v="354" actId="1036"/>
          <ac:spMkLst>
            <pc:docMk/>
            <pc:sldMk cId="0" sldId="269"/>
            <ac:spMk id="21" creationId="{B9041429-B6B0-0208-C0AF-B804CAD59F2F}"/>
          </ac:spMkLst>
        </pc:spChg>
        <pc:spChg chg="add mod">
          <ac:chgData name="GOH HUI MIN" userId="803cfcfa-5b2e-4df9-89f3-fffbd24b0295" providerId="ADAL" clId="{9EBFB405-9D74-4947-9D11-4A4650034B80}" dt="2026-07-31T02:40:49.379" v="354" actId="1036"/>
          <ac:spMkLst>
            <pc:docMk/>
            <pc:sldMk cId="0" sldId="269"/>
            <ac:spMk id="23" creationId="{83ECF67E-C6E3-E5B1-5AFE-6DDE22DE00A1}"/>
          </ac:spMkLst>
        </pc:spChg>
        <pc:spChg chg="add">
          <ac:chgData name="GOH HUI MIN" userId="803cfcfa-5b2e-4df9-89f3-fffbd24b0295" providerId="ADAL" clId="{9EBFB405-9D74-4947-9D11-4A4650034B80}" dt="2026-07-31T02:40:44.866" v="305" actId="22"/>
          <ac:spMkLst>
            <pc:docMk/>
            <pc:sldMk cId="0" sldId="269"/>
            <ac:spMk id="27" creationId="{96F43253-7D10-C2C2-1F6A-4CCBF027F5A7}"/>
          </ac:spMkLst>
        </pc:spChg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29" creationId="{AA42710F-77D1-B82B-43BC-BF1F249F4979}"/>
          </ac:spMkLst>
        </pc:spChg>
        <pc:spChg chg="mod">
          <ac:chgData name="GOH HUI MIN" userId="803cfcfa-5b2e-4df9-89f3-fffbd24b0295" providerId="ADAL" clId="{9EBFB405-9D74-4947-9D11-4A4650034B80}" dt="2026-07-31T02:40:49.379" v="354" actId="1036"/>
          <ac:spMkLst>
            <pc:docMk/>
            <pc:sldMk cId="0" sldId="269"/>
            <ac:spMk id="31" creationId="{C51FF935-8D9A-A0D3-5E43-27BF3E9B2AB3}"/>
          </ac:spMkLst>
        </pc:spChg>
        <pc:spChg chg="add">
          <ac:chgData name="GOH HUI MIN" userId="803cfcfa-5b2e-4df9-89f3-fffbd24b0295" providerId="ADAL" clId="{9EBFB405-9D74-4947-9D11-4A4650034B80}" dt="2026-07-31T02:40:44.866" v="305" actId="22"/>
          <ac:spMkLst>
            <pc:docMk/>
            <pc:sldMk cId="0" sldId="269"/>
            <ac:spMk id="33" creationId="{54A2CE26-2676-B13F-0BF9-BBF907F561BB}"/>
          </ac:spMkLst>
        </pc:spChg>
        <pc:spChg chg="add mod">
          <ac:chgData name="GOH HUI MIN" userId="803cfcfa-5b2e-4df9-89f3-fffbd24b0295" providerId="ADAL" clId="{9EBFB405-9D74-4947-9D11-4A4650034B80}" dt="2026-07-31T02:48:38.383" v="470" actId="14100"/>
          <ac:spMkLst>
            <pc:docMk/>
            <pc:sldMk cId="0" sldId="269"/>
            <ac:spMk id="35" creationId="{C8FF8ADE-7FA3-13B5-6B9A-FB12AA2C9381}"/>
          </ac:spMkLst>
        </pc:spChg>
        <pc:spChg chg="add mod">
          <ac:chgData name="GOH HUI MIN" userId="803cfcfa-5b2e-4df9-89f3-fffbd24b0295" providerId="ADAL" clId="{9EBFB405-9D74-4947-9D11-4A4650034B80}" dt="2026-07-31T02:48:19.187" v="465" actId="20577"/>
          <ac:spMkLst>
            <pc:docMk/>
            <pc:sldMk cId="0" sldId="269"/>
            <ac:spMk id="37" creationId="{3BDD94F9-E948-75DA-9357-5874332E1ABD}"/>
          </ac:spMkLst>
        </pc:spChg>
        <pc:spChg chg="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39" creationId="{63477672-2CED-EDE9-1321-5E242FB4E336}"/>
          </ac:spMkLst>
        </pc:spChg>
        <pc:spChg chg="add">
          <ac:chgData name="GOH HUI MIN" userId="803cfcfa-5b2e-4df9-89f3-fffbd24b0295" providerId="ADAL" clId="{9EBFB405-9D74-4947-9D11-4A4650034B80}" dt="2026-07-31T02:40:44.866" v="305" actId="22"/>
          <ac:spMkLst>
            <pc:docMk/>
            <pc:sldMk cId="0" sldId="269"/>
            <ac:spMk id="41" creationId="{DE8C0D0A-EF64-95D3-DDD8-E043FB910F5A}"/>
          </ac:spMkLst>
        </pc:spChg>
        <pc:spChg chg="mod">
          <ac:chgData name="GOH HUI MIN" userId="803cfcfa-5b2e-4df9-89f3-fffbd24b0295" providerId="ADAL" clId="{9EBFB405-9D74-4947-9D11-4A4650034B80}" dt="2026-07-31T02:47:51.521" v="459"/>
          <ac:spMkLst>
            <pc:docMk/>
            <pc:sldMk cId="0" sldId="269"/>
            <ac:spMk id="45" creationId="{9F1D178D-3F75-D5C0-8CA0-514D3D31F107}"/>
          </ac:spMkLst>
        </pc:spChg>
        <pc:spChg chg="mod">
          <ac:chgData name="GOH HUI MIN" userId="803cfcfa-5b2e-4df9-89f3-fffbd24b0295" providerId="ADAL" clId="{9EBFB405-9D74-4947-9D11-4A4650034B80}" dt="2026-07-31T02:48:27.514" v="469" actId="20577"/>
          <ac:spMkLst>
            <pc:docMk/>
            <pc:sldMk cId="0" sldId="269"/>
            <ac:spMk id="47" creationId="{EBE1F1FE-3259-5C69-6524-473462B6EC7F}"/>
          </ac:spMkLst>
        </pc:spChg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49" creationId="{94A3DE90-3507-A07B-B327-59BA67C4E67C}"/>
          </ac:spMkLst>
        </pc:spChg>
        <pc:spChg chg="add mod">
          <ac:chgData name="GOH HUI MIN" userId="803cfcfa-5b2e-4df9-89f3-fffbd24b0295" providerId="ADAL" clId="{9EBFB405-9D74-4947-9D11-4A4650034B80}" dt="2026-07-31T02:42:59.839" v="421" actId="1036"/>
          <ac:spMkLst>
            <pc:docMk/>
            <pc:sldMk cId="0" sldId="269"/>
            <ac:spMk id="51" creationId="{14B603B3-4357-9B64-90C8-613B6F00F15A}"/>
          </ac:spMkLst>
        </pc:spChg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53" creationId="{98715C1F-141C-08AA-1F20-7C76106F81A5}"/>
          </ac:spMkLst>
        </pc:spChg>
        <pc:spChg chg="add mod">
          <ac:chgData name="GOH HUI MIN" userId="803cfcfa-5b2e-4df9-89f3-fffbd24b0295" providerId="ADAL" clId="{9EBFB405-9D74-4947-9D11-4A4650034B80}" dt="2026-07-31T02:42:59.839" v="421" actId="1036"/>
          <ac:spMkLst>
            <pc:docMk/>
            <pc:sldMk cId="0" sldId="269"/>
            <ac:spMk id="55" creationId="{21399CE1-A1F4-D7E7-D8C4-2ED6D41619A7}"/>
          </ac:spMkLst>
        </pc:spChg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57" creationId="{608EF38B-6EEE-F0F2-72DF-5918DE2C1718}"/>
          </ac:spMkLst>
        </pc:spChg>
        <pc:spChg chg="add mod">
          <ac:chgData name="GOH HUI MIN" userId="803cfcfa-5b2e-4df9-89f3-fffbd24b0295" providerId="ADAL" clId="{9EBFB405-9D74-4947-9D11-4A4650034B80}" dt="2026-07-31T02:45:41.193" v="448" actId="1076"/>
          <ac:spMkLst>
            <pc:docMk/>
            <pc:sldMk cId="0" sldId="269"/>
            <ac:spMk id="59" creationId="{793A596D-6310-D1B6-6E60-A3825F2602A3}"/>
          </ac:spMkLst>
        </pc:spChg>
        <pc:spChg chg="add mod">
          <ac:chgData name="GOH HUI MIN" userId="803cfcfa-5b2e-4df9-89f3-fffbd24b0295" providerId="ADAL" clId="{9EBFB405-9D74-4947-9D11-4A4650034B80}" dt="2026-07-31T02:47:18.130" v="454" actId="2085"/>
          <ac:spMkLst>
            <pc:docMk/>
            <pc:sldMk cId="0" sldId="269"/>
            <ac:spMk id="61" creationId="{FDEE62FC-2F1A-3FD8-600A-848814089FB9}"/>
          </ac:spMkLst>
        </pc:spChg>
        <pc:spChg chg="add mod">
          <ac:chgData name="GOH HUI MIN" userId="803cfcfa-5b2e-4df9-89f3-fffbd24b0295" providerId="ADAL" clId="{9EBFB405-9D74-4947-9D11-4A4650034B80}" dt="2026-07-31T02:42:59.839" v="421" actId="1036"/>
          <ac:spMkLst>
            <pc:docMk/>
            <pc:sldMk cId="0" sldId="269"/>
            <ac:spMk id="63" creationId="{56BA2EFE-EA4A-ADD2-8F72-9543445DF278}"/>
          </ac:spMkLst>
        </pc:spChg>
      </pc:sldChg>
      <pc:sldChg chg="modSp add del mod">
        <pc:chgData name="GOH HUI MIN" userId="803cfcfa-5b2e-4df9-89f3-fffbd24b0295" providerId="ADAL" clId="{9EBFB405-9D74-4947-9D11-4A4650034B80}" dt="2026-07-31T02:45:31.086" v="446" actId="47"/>
        <pc:sldMkLst>
          <pc:docMk/>
          <pc:sldMk cId="0" sldId="270"/>
        </pc:sldMkLst>
        <pc:spChg chg="mod">
          <ac:chgData name="GOH HUI MIN" userId="803cfcfa-5b2e-4df9-89f3-fffbd24b0295" providerId="ADAL" clId="{9EBFB405-9D74-4947-9D11-4A4650034B80}" dt="2026-07-31T02:28:17.563" v="119"/>
          <ac:spMkLst>
            <pc:docMk/>
            <pc:sldMk cId="0" sldId="270"/>
            <ac:spMk id="22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28:23.988" v="128" actId="20577"/>
          <ac:spMkLst>
            <pc:docMk/>
            <pc:sldMk cId="0" sldId="270"/>
            <ac:spMk id="38" creationId="{00000000-0000-0000-0000-000000000000}"/>
          </ac:spMkLst>
        </pc:spChg>
      </pc:sldChg>
      <pc:sldChg chg="delSp add mod">
        <pc:chgData name="GOH HUI MIN" userId="803cfcfa-5b2e-4df9-89f3-fffbd24b0295" providerId="ADAL" clId="{9EBFB405-9D74-4947-9D11-4A4650034B80}" dt="2026-07-31T02:29:13.099" v="136" actId="478"/>
        <pc:sldMkLst>
          <pc:docMk/>
          <pc:sldMk cId="0" sldId="271"/>
        </pc:sldMkLst>
        <pc:spChg chg="del">
          <ac:chgData name="GOH HUI MIN" userId="803cfcfa-5b2e-4df9-89f3-fffbd24b0295" providerId="ADAL" clId="{9EBFB405-9D74-4947-9D11-4A4650034B80}" dt="2026-07-31T02:28:35.949" v="130" actId="478"/>
          <ac:spMkLst>
            <pc:docMk/>
            <pc:sldMk cId="0" sldId="271"/>
            <ac:spMk id="1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13.099" v="136" actId="478"/>
          <ac:spMkLst>
            <pc:docMk/>
            <pc:sldMk cId="0" sldId="271"/>
            <ac:spMk id="15" creationId="{00000000-0000-0000-0000-000000000000}"/>
          </ac:spMkLst>
        </pc:spChg>
      </pc:sldChg>
      <pc:sldChg chg="addSp delSp modSp add mod">
        <pc:chgData name="GOH HUI MIN" userId="803cfcfa-5b2e-4df9-89f3-fffbd24b0295" providerId="ADAL" clId="{9EBFB405-9D74-4947-9D11-4A4650034B80}" dt="2026-07-31T02:29:00.263" v="135" actId="478"/>
        <pc:sldMkLst>
          <pc:docMk/>
          <pc:sldMk cId="0" sldId="272"/>
        </pc:sldMkLst>
        <pc:spChg chg="mod">
          <ac:chgData name="GOH HUI MIN" userId="803cfcfa-5b2e-4df9-89f3-fffbd24b0295" providerId="ADAL" clId="{9EBFB405-9D74-4947-9D11-4A4650034B80}" dt="2026-07-31T02:03:14.235" v="25" actId="164"/>
          <ac:spMkLst>
            <pc:docMk/>
            <pc:sldMk cId="0" sldId="272"/>
            <ac:spMk id="6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14.235" v="25" actId="164"/>
          <ac:spMkLst>
            <pc:docMk/>
            <pc:sldMk cId="0" sldId="272"/>
            <ac:spMk id="7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14.235" v="25" actId="164"/>
          <ac:spMkLst>
            <pc:docMk/>
            <pc:sldMk cId="0" sldId="272"/>
            <ac:spMk id="8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7.479" v="24" actId="164"/>
          <ac:spMkLst>
            <pc:docMk/>
            <pc:sldMk cId="0" sldId="272"/>
            <ac:spMk id="9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7.479" v="24" actId="164"/>
          <ac:spMkLst>
            <pc:docMk/>
            <pc:sldMk cId="0" sldId="272"/>
            <ac:spMk id="10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7.479" v="24" actId="164"/>
          <ac:spMkLst>
            <pc:docMk/>
            <pc:sldMk cId="0" sldId="272"/>
            <ac:spMk id="11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2.485" v="23" actId="164"/>
          <ac:spMkLst>
            <pc:docMk/>
            <pc:sldMk cId="0" sldId="272"/>
            <ac:spMk id="12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2.485" v="23" actId="164"/>
          <ac:spMkLst>
            <pc:docMk/>
            <pc:sldMk cId="0" sldId="272"/>
            <ac:spMk id="13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03:02.485" v="23" actId="164"/>
          <ac:spMkLst>
            <pc:docMk/>
            <pc:sldMk cId="0" sldId="272"/>
            <ac:spMk id="14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19:34.869" v="92" actId="20577"/>
          <ac:spMkLst>
            <pc:docMk/>
            <pc:sldMk cId="0" sldId="272"/>
            <ac:spMk id="16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18:19.372" v="78" actId="14100"/>
          <ac:spMkLst>
            <pc:docMk/>
            <pc:sldMk cId="0" sldId="272"/>
            <ac:spMk id="17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8:30.172" v="129" actId="478"/>
          <ac:spMkLst>
            <pc:docMk/>
            <pc:sldMk cId="0" sldId="272"/>
            <ac:spMk id="20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00.263" v="135" actId="478"/>
          <ac:spMkLst>
            <pc:docMk/>
            <pc:sldMk cId="0" sldId="272"/>
            <ac:spMk id="21" creationId="{00000000-0000-0000-0000-000000000000}"/>
          </ac:spMkLst>
        </pc:spChg>
        <pc:grpChg chg="add mod">
          <ac:chgData name="GOH HUI MIN" userId="803cfcfa-5b2e-4df9-89f3-fffbd24b0295" providerId="ADAL" clId="{9EBFB405-9D74-4947-9D11-4A4650034B80}" dt="2026-07-31T02:03:58.114" v="30" actId="554"/>
          <ac:grpSpMkLst>
            <pc:docMk/>
            <pc:sldMk cId="0" sldId="272"/>
            <ac:grpSpMk id="24" creationId="{EA03C024-CEE5-FE2C-3231-B3CF86EB0FDA}"/>
          </ac:grpSpMkLst>
        </pc:grpChg>
        <pc:grpChg chg="add mod">
          <ac:chgData name="GOH HUI MIN" userId="803cfcfa-5b2e-4df9-89f3-fffbd24b0295" providerId="ADAL" clId="{9EBFB405-9D74-4947-9D11-4A4650034B80}" dt="2026-07-31T02:03:58.114" v="30" actId="554"/>
          <ac:grpSpMkLst>
            <pc:docMk/>
            <pc:sldMk cId="0" sldId="272"/>
            <ac:grpSpMk id="25" creationId="{2C43D658-78CE-7C48-36A3-EC59D0BBAF8A}"/>
          </ac:grpSpMkLst>
        </pc:grpChg>
        <pc:grpChg chg="add mod">
          <ac:chgData name="GOH HUI MIN" userId="803cfcfa-5b2e-4df9-89f3-fffbd24b0295" providerId="ADAL" clId="{9EBFB405-9D74-4947-9D11-4A4650034B80}" dt="2026-07-31T02:03:58.114" v="30" actId="554"/>
          <ac:grpSpMkLst>
            <pc:docMk/>
            <pc:sldMk cId="0" sldId="272"/>
            <ac:grpSpMk id="26" creationId="{32793B15-8A70-6A59-9A88-54AE9A4E3B7B}"/>
          </ac:grpSpMkLst>
        </pc:grpChg>
        <pc:picChg chg="add mod">
          <ac:chgData name="GOH HUI MIN" userId="803cfcfa-5b2e-4df9-89f3-fffbd24b0295" providerId="ADAL" clId="{9EBFB405-9D74-4947-9D11-4A4650034B80}" dt="2026-07-31T02:04:05.852" v="31" actId="1076"/>
          <ac:picMkLst>
            <pc:docMk/>
            <pc:sldMk cId="0" sldId="272"/>
            <ac:picMk id="23" creationId="{58302959-A7AD-16C8-9022-64B55C10AF5D}"/>
          </ac:picMkLst>
        </pc:picChg>
      </pc:sldChg>
      <pc:sldChg chg="addSp delSp modSp add mod">
        <pc:chgData name="GOH HUI MIN" userId="803cfcfa-5b2e-4df9-89f3-fffbd24b0295" providerId="ADAL" clId="{9EBFB405-9D74-4947-9D11-4A4650034B80}" dt="2026-07-31T02:57:49.642" v="481" actId="20577"/>
        <pc:sldMkLst>
          <pc:docMk/>
          <pc:sldMk cId="0" sldId="273"/>
        </pc:sldMkLst>
        <pc:spChg chg="mod">
          <ac:chgData name="GOH HUI MIN" userId="803cfcfa-5b2e-4df9-89f3-fffbd24b0295" providerId="ADAL" clId="{9EBFB405-9D74-4947-9D11-4A4650034B80}" dt="2026-07-31T02:34:27.926" v="181" actId="313"/>
          <ac:spMkLst>
            <pc:docMk/>
            <pc:sldMk cId="0" sldId="273"/>
            <ac:spMk id="4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32:16.405" v="151" actId="1076"/>
          <ac:spMkLst>
            <pc:docMk/>
            <pc:sldMk cId="0" sldId="273"/>
            <ac:spMk id="12" creationId="{00000000-0000-0000-0000-000000000000}"/>
          </ac:spMkLst>
        </pc:spChg>
        <pc:spChg chg="add mod ord">
          <ac:chgData name="GOH HUI MIN" userId="803cfcfa-5b2e-4df9-89f3-fffbd24b0295" providerId="ADAL" clId="{9EBFB405-9D74-4947-9D11-4A4650034B80}" dt="2026-07-31T02:34:08.840" v="180" actId="207"/>
          <ac:spMkLst>
            <pc:docMk/>
            <pc:sldMk cId="0" sldId="273"/>
            <ac:spMk id="16" creationId="{4827B2B4-0D82-4061-1576-F8832AB81972}"/>
          </ac:spMkLst>
        </pc:spChg>
        <pc:spChg chg="mod">
          <ac:chgData name="GOH HUI MIN" userId="803cfcfa-5b2e-4df9-89f3-fffbd24b0295" providerId="ADAL" clId="{9EBFB405-9D74-4947-9D11-4A4650034B80}" dt="2026-07-31T02:57:49.642" v="481" actId="20577"/>
          <ac:spMkLst>
            <pc:docMk/>
            <pc:sldMk cId="0" sldId="273"/>
            <ac:spMk id="21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8:39.901" v="131" actId="478"/>
          <ac:spMkLst>
            <pc:docMk/>
            <pc:sldMk cId="0" sldId="273"/>
            <ac:spMk id="2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17.694" v="137" actId="478"/>
          <ac:spMkLst>
            <pc:docMk/>
            <pc:sldMk cId="0" sldId="273"/>
            <ac:spMk id="25" creationId="{00000000-0000-0000-0000-000000000000}"/>
          </ac:spMkLst>
        </pc:spChg>
        <pc:cxnChg chg="del mod">
          <ac:chgData name="GOH HUI MIN" userId="803cfcfa-5b2e-4df9-89f3-fffbd24b0295" providerId="ADAL" clId="{9EBFB405-9D74-4947-9D11-4A4650034B80}" dt="2026-07-31T02:36:53.969" v="183" actId="478"/>
          <ac:cxnSpMkLst>
            <pc:docMk/>
            <pc:sldMk cId="0" sldId="273"/>
            <ac:cxnSpMk id="20" creationId="{00000000-0000-0000-0000-000000000000}"/>
          </ac:cxnSpMkLst>
        </pc:cxnChg>
      </pc:sldChg>
      <pc:sldChg chg="delSp add mod setBg">
        <pc:chgData name="GOH HUI MIN" userId="803cfcfa-5b2e-4df9-89f3-fffbd24b0295" providerId="ADAL" clId="{9EBFB405-9D74-4947-9D11-4A4650034B80}" dt="2026-07-31T02:28:52.091" v="134" actId="478"/>
        <pc:sldMkLst>
          <pc:docMk/>
          <pc:sldMk cId="0" sldId="274"/>
        </pc:sldMkLst>
        <pc:spChg chg="del">
          <ac:chgData name="GOH HUI MIN" userId="803cfcfa-5b2e-4df9-89f3-fffbd24b0295" providerId="ADAL" clId="{9EBFB405-9D74-4947-9D11-4A4650034B80}" dt="2026-07-31T02:28:49.831" v="133" actId="478"/>
          <ac:spMkLst>
            <pc:docMk/>
            <pc:sldMk cId="0" sldId="274"/>
            <ac:spMk id="27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8:52.091" v="134" actId="478"/>
          <ac:spMkLst>
            <pc:docMk/>
            <pc:sldMk cId="0" sldId="274"/>
            <ac:spMk id="28" creationId="{00000000-0000-0000-0000-000000000000}"/>
          </ac:spMkLst>
        </pc:spChg>
      </pc:sldChg>
      <pc:sldChg chg="addSp delSp modSp add mod">
        <pc:chgData name="GOH HUI MIN" userId="803cfcfa-5b2e-4df9-89f3-fffbd24b0295" providerId="ADAL" clId="{9EBFB405-9D74-4947-9D11-4A4650034B80}" dt="2026-07-31T03:26:03.249" v="579" actId="207"/>
        <pc:sldMkLst>
          <pc:docMk/>
          <pc:sldMk cId="0" sldId="275"/>
        </pc:sldMkLst>
        <pc:spChg chg="mod">
          <ac:chgData name="GOH HUI MIN" userId="803cfcfa-5b2e-4df9-89f3-fffbd24b0295" providerId="ADAL" clId="{9EBFB405-9D74-4947-9D11-4A4650034B80}" dt="2026-07-31T02:44:32.990" v="436" actId="20577"/>
          <ac:spMkLst>
            <pc:docMk/>
            <pc:sldMk cId="0" sldId="275"/>
            <ac:spMk id="3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6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8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10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12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26:03.249" v="579" actId="207"/>
          <ac:spMkLst>
            <pc:docMk/>
            <pc:sldMk cId="0" sldId="275"/>
            <ac:spMk id="14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16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14.095" v="575" actId="1035"/>
          <ac:spMkLst>
            <pc:docMk/>
            <pc:sldMk cId="0" sldId="275"/>
            <ac:spMk id="17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3:17:24.646" v="576" actId="12789"/>
          <ac:spMkLst>
            <pc:docMk/>
            <pc:sldMk cId="0" sldId="275"/>
            <ac:spMk id="18" creationId="{00000000-0000-0000-0000-000000000000}"/>
          </ac:spMkLst>
        </pc:spChg>
        <pc:spChg chg="del mod">
          <ac:chgData name="GOH HUI MIN" userId="803cfcfa-5b2e-4df9-89f3-fffbd24b0295" providerId="ADAL" clId="{9EBFB405-9D74-4947-9D11-4A4650034B80}" dt="2026-07-31T03:16:48.350" v="554" actId="478"/>
          <ac:spMkLst>
            <pc:docMk/>
            <pc:sldMk cId="0" sldId="275"/>
            <ac:spMk id="19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3:11:52.699" v="547" actId="478"/>
          <ac:spMkLst>
            <pc:docMk/>
            <pc:sldMk cId="0" sldId="275"/>
            <ac:spMk id="20" creationId="{00000000-0000-0000-0000-000000000000}"/>
          </ac:spMkLst>
        </pc:spChg>
        <pc:spChg chg="del mod">
          <ac:chgData name="GOH HUI MIN" userId="803cfcfa-5b2e-4df9-89f3-fffbd24b0295" providerId="ADAL" clId="{9EBFB405-9D74-4947-9D11-4A4650034B80}" dt="2026-07-31T03:11:50.824" v="546" actId="478"/>
          <ac:spMkLst>
            <pc:docMk/>
            <pc:sldMk cId="0" sldId="275"/>
            <ac:spMk id="21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29.713" v="139" actId="478"/>
          <ac:spMkLst>
            <pc:docMk/>
            <pc:sldMk cId="0" sldId="275"/>
            <ac:spMk id="2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31.963" v="140" actId="478"/>
          <ac:spMkLst>
            <pc:docMk/>
            <pc:sldMk cId="0" sldId="275"/>
            <ac:spMk id="25" creationId="{00000000-0000-0000-0000-000000000000}"/>
          </ac:spMkLst>
        </pc:spChg>
        <pc:picChg chg="add mod">
          <ac:chgData name="GOH HUI MIN" userId="803cfcfa-5b2e-4df9-89f3-fffbd24b0295" providerId="ADAL" clId="{9EBFB405-9D74-4947-9D11-4A4650034B80}" dt="2026-07-31T03:17:24.646" v="576" actId="12789"/>
          <ac:picMkLst>
            <pc:docMk/>
            <pc:sldMk cId="0" sldId="275"/>
            <ac:picMk id="25" creationId="{DF68FDE0-4E3F-FA1D-FB5B-D4AB134C90FF}"/>
          </ac:picMkLst>
        </pc:picChg>
        <pc:cxnChg chg="mod">
          <ac:chgData name="GOH HUI MIN" userId="803cfcfa-5b2e-4df9-89f3-fffbd24b0295" providerId="ADAL" clId="{9EBFB405-9D74-4947-9D11-4A4650034B80}" dt="2026-07-31T02:37:28.743" v="228" actId="1036"/>
          <ac:cxnSpMkLst>
            <pc:docMk/>
            <pc:sldMk cId="0" sldId="275"/>
            <ac:cxnSpMk id="7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3:17:14.095" v="575" actId="1035"/>
          <ac:cxnSpMkLst>
            <pc:docMk/>
            <pc:sldMk cId="0" sldId="275"/>
            <ac:cxnSpMk id="9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3:17:14.095" v="575" actId="1035"/>
          <ac:cxnSpMkLst>
            <pc:docMk/>
            <pc:sldMk cId="0" sldId="275"/>
            <ac:cxnSpMk id="11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3:17:14.095" v="575" actId="1035"/>
          <ac:cxnSpMkLst>
            <pc:docMk/>
            <pc:sldMk cId="0" sldId="275"/>
            <ac:cxnSpMk id="13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2:37:28.743" v="228" actId="1036"/>
          <ac:cxnSpMkLst>
            <pc:docMk/>
            <pc:sldMk cId="0" sldId="275"/>
            <ac:cxnSpMk id="15" creationId="{00000000-0000-0000-0000-000000000000}"/>
          </ac:cxnSpMkLst>
        </pc:cxnChg>
      </pc:sldChg>
      <pc:sldChg chg="delSp modSp add mod">
        <pc:chgData name="GOH HUI MIN" userId="803cfcfa-5b2e-4df9-89f3-fffbd24b0295" providerId="ADAL" clId="{9EBFB405-9D74-4947-9D11-4A4650034B80}" dt="2026-07-31T02:44:39.024" v="437" actId="20577"/>
        <pc:sldMkLst>
          <pc:docMk/>
          <pc:sldMk cId="0" sldId="276"/>
        </pc:sldMkLst>
        <pc:spChg chg="mod">
          <ac:chgData name="GOH HUI MIN" userId="803cfcfa-5b2e-4df9-89f3-fffbd24b0295" providerId="ADAL" clId="{9EBFB405-9D74-4947-9D11-4A4650034B80}" dt="2026-07-31T02:44:39.024" v="437" actId="20577"/>
          <ac:spMkLst>
            <pc:docMk/>
            <pc:sldMk cId="0" sldId="276"/>
            <ac:spMk id="3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37.971" v="142" actId="478"/>
          <ac:spMkLst>
            <pc:docMk/>
            <pc:sldMk cId="0" sldId="276"/>
            <ac:spMk id="50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35.372" v="141" actId="478"/>
          <ac:spMkLst>
            <pc:docMk/>
            <pc:sldMk cId="0" sldId="276"/>
            <ac:spMk id="51" creationId="{00000000-0000-0000-0000-000000000000}"/>
          </ac:spMkLst>
        </pc:spChg>
      </pc:sldChg>
      <pc:sldChg chg="delSp modSp add mod">
        <pc:chgData name="GOH HUI MIN" userId="803cfcfa-5b2e-4df9-89f3-fffbd24b0295" providerId="ADAL" clId="{9EBFB405-9D74-4947-9D11-4A4650034B80}" dt="2026-07-31T02:44:43.231" v="438" actId="20577"/>
        <pc:sldMkLst>
          <pc:docMk/>
          <pc:sldMk cId="0" sldId="277"/>
        </pc:sldMkLst>
        <pc:spChg chg="mod">
          <ac:chgData name="GOH HUI MIN" userId="803cfcfa-5b2e-4df9-89f3-fffbd24b0295" providerId="ADAL" clId="{9EBFB405-9D74-4947-9D11-4A4650034B80}" dt="2026-07-31T02:44:43.231" v="438" actId="20577"/>
          <ac:spMkLst>
            <pc:docMk/>
            <pc:sldMk cId="0" sldId="277"/>
            <ac:spMk id="3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41.142" v="143" actId="478"/>
          <ac:spMkLst>
            <pc:docMk/>
            <pc:sldMk cId="0" sldId="277"/>
            <ac:spMk id="1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46.667" v="144" actId="478"/>
          <ac:spMkLst>
            <pc:docMk/>
            <pc:sldMk cId="0" sldId="277"/>
            <ac:spMk id="15" creationId="{00000000-0000-0000-0000-000000000000}"/>
          </ac:spMkLst>
        </pc:spChg>
      </pc:sldChg>
      <pc:sldChg chg="delSp modSp add mod">
        <pc:chgData name="GOH HUI MIN" userId="803cfcfa-5b2e-4df9-89f3-fffbd24b0295" providerId="ADAL" clId="{9EBFB405-9D74-4947-9D11-4A4650034B80}" dt="2026-07-31T02:44:48.439" v="439" actId="20577"/>
        <pc:sldMkLst>
          <pc:docMk/>
          <pc:sldMk cId="0" sldId="278"/>
        </pc:sldMkLst>
        <pc:spChg chg="mod">
          <ac:chgData name="GOH HUI MIN" userId="803cfcfa-5b2e-4df9-89f3-fffbd24b0295" providerId="ADAL" clId="{9EBFB405-9D74-4947-9D11-4A4650034B80}" dt="2026-07-31T02:44:48.439" v="439" actId="20577"/>
          <ac:spMkLst>
            <pc:docMk/>
            <pc:sldMk cId="0" sldId="278"/>
            <ac:spMk id="3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54.551" v="146" actId="478"/>
          <ac:spMkLst>
            <pc:docMk/>
            <pc:sldMk cId="0" sldId="278"/>
            <ac:spMk id="28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51.450" v="145" actId="478"/>
          <ac:spMkLst>
            <pc:docMk/>
            <pc:sldMk cId="0" sldId="278"/>
            <ac:spMk id="29" creationId="{00000000-0000-0000-0000-000000000000}"/>
          </ac:spMkLst>
        </pc:spChg>
      </pc:sldChg>
      <pc:sldChg chg="delSp modSp add mod">
        <pc:chgData name="GOH HUI MIN" userId="803cfcfa-5b2e-4df9-89f3-fffbd24b0295" providerId="ADAL" clId="{9EBFB405-9D74-4947-9D11-4A4650034B80}" dt="2026-07-31T02:44:52.299" v="440" actId="20577"/>
        <pc:sldMkLst>
          <pc:docMk/>
          <pc:sldMk cId="0" sldId="279"/>
        </pc:sldMkLst>
        <pc:spChg chg="mod">
          <ac:chgData name="GOH HUI MIN" userId="803cfcfa-5b2e-4df9-89f3-fffbd24b0295" providerId="ADAL" clId="{9EBFB405-9D74-4947-9D11-4A4650034B80}" dt="2026-07-31T02:44:52.299" v="440" actId="20577"/>
          <ac:spMkLst>
            <pc:docMk/>
            <pc:sldMk cId="0" sldId="279"/>
            <ac:spMk id="3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56.778" v="147" actId="478"/>
          <ac:spMkLst>
            <pc:docMk/>
            <pc:sldMk cId="0" sldId="279"/>
            <ac:spMk id="16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59.922" v="148" actId="478"/>
          <ac:spMkLst>
            <pc:docMk/>
            <pc:sldMk cId="0" sldId="279"/>
            <ac:spMk id="17" creationId="{00000000-0000-0000-0000-000000000000}"/>
          </ac:spMkLst>
        </pc:spChg>
      </pc:sldChg>
      <pc:sldChg chg="delSp modSp add mod setBg">
        <pc:chgData name="GOH HUI MIN" userId="803cfcfa-5b2e-4df9-89f3-fffbd24b0295" providerId="ADAL" clId="{9EBFB405-9D74-4947-9D11-4A4650034B80}" dt="2026-07-31T02:45:14.859" v="444" actId="20577"/>
        <pc:sldMkLst>
          <pc:docMk/>
          <pc:sldMk cId="0" sldId="280"/>
        </pc:sldMkLst>
        <pc:spChg chg="mod">
          <ac:chgData name="GOH HUI MIN" userId="803cfcfa-5b2e-4df9-89f3-fffbd24b0295" providerId="ADAL" clId="{9EBFB405-9D74-4947-9D11-4A4650034B80}" dt="2026-07-31T02:45:14.859" v="444" actId="20577"/>
          <ac:spMkLst>
            <pc:docMk/>
            <pc:sldMk cId="0" sldId="280"/>
            <ac:spMk id="3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23:17.528" v="117" actId="108"/>
          <ac:spMkLst>
            <pc:docMk/>
            <pc:sldMk cId="0" sldId="280"/>
            <ac:spMk id="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30:07.312" v="150" actId="478"/>
          <ac:spMkLst>
            <pc:docMk/>
            <pc:sldMk cId="0" sldId="280"/>
            <ac:spMk id="2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30:03.861" v="149" actId="478"/>
          <ac:spMkLst>
            <pc:docMk/>
            <pc:sldMk cId="0" sldId="280"/>
            <ac:spMk id="25" creationId="{00000000-0000-0000-0000-000000000000}"/>
          </ac:spMkLst>
        </pc:spChg>
      </pc:sldChg>
      <pc:sldChg chg="delSp modSp add mod setBg">
        <pc:chgData name="GOH HUI MIN" userId="803cfcfa-5b2e-4df9-89f3-fffbd24b0295" providerId="ADAL" clId="{9EBFB405-9D74-4947-9D11-4A4650034B80}" dt="2026-07-31T02:21:25.576" v="104" actId="1076"/>
        <pc:sldMkLst>
          <pc:docMk/>
          <pc:sldMk cId="0" sldId="281"/>
        </pc:sldMkLst>
        <pc:spChg chg="mod">
          <ac:chgData name="GOH HUI MIN" userId="803cfcfa-5b2e-4df9-89f3-fffbd24b0295" providerId="ADAL" clId="{9EBFB405-9D74-4947-9D11-4A4650034B80}" dt="2026-07-31T02:20:37.564" v="94" actId="14100"/>
          <ac:spMkLst>
            <pc:docMk/>
            <pc:sldMk cId="0" sldId="281"/>
            <ac:spMk id="6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35.337" v="74" actId="478"/>
          <ac:spMkLst>
            <pc:docMk/>
            <pc:sldMk cId="0" sldId="281"/>
            <ac:spMk id="7" creationId="{00000000-0000-0000-0000-000000000000}"/>
          </ac:spMkLst>
        </pc:spChg>
        <pc:spChg chg="mod">
          <ac:chgData name="GOH HUI MIN" userId="803cfcfa-5b2e-4df9-89f3-fffbd24b0295" providerId="ADAL" clId="{9EBFB405-9D74-4947-9D11-4A4650034B80}" dt="2026-07-31T02:21:25.576" v="104" actId="1076"/>
          <ac:spMkLst>
            <pc:docMk/>
            <pc:sldMk cId="0" sldId="281"/>
            <ac:spMk id="8" creationId="{00000000-0000-0000-0000-000000000000}"/>
          </ac:spMkLst>
        </pc:spChg>
        <pc:spChg chg="del mod">
          <ac:chgData name="GOH HUI MIN" userId="803cfcfa-5b2e-4df9-89f3-fffbd24b0295" providerId="ADAL" clId="{9EBFB405-9D74-4947-9D11-4A4650034B80}" dt="2026-07-31T02:20:59.989" v="99" actId="478"/>
          <ac:spMkLst>
            <pc:docMk/>
            <pc:sldMk cId="0" sldId="281"/>
            <ac:spMk id="9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0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1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2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3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4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5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6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7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17:45.708" v="75" actId="478"/>
          <ac:spMkLst>
            <pc:docMk/>
            <pc:sldMk cId="0" sldId="281"/>
            <ac:spMk id="18" creationId="{00000000-0000-0000-0000-000000000000}"/>
          </ac:spMkLst>
        </pc:spChg>
      </pc:sldChg>
      <pc:sldChg chg="delSp modSp add mod setBg">
        <pc:chgData name="GOH HUI MIN" userId="803cfcfa-5b2e-4df9-89f3-fffbd24b0295" providerId="ADAL" clId="{9EBFB405-9D74-4947-9D11-4A4650034B80}" dt="2026-07-31T02:37:09.912" v="184" actId="1076"/>
        <pc:sldMkLst>
          <pc:docMk/>
          <pc:sldMk cId="0" sldId="282"/>
        </pc:sldMkLst>
        <pc:spChg chg="del">
          <ac:chgData name="GOH HUI MIN" userId="803cfcfa-5b2e-4df9-89f3-fffbd24b0295" providerId="ADAL" clId="{9EBFB405-9D74-4947-9D11-4A4650034B80}" dt="2026-07-31T02:28:42.171" v="132" actId="478"/>
          <ac:spMkLst>
            <pc:docMk/>
            <pc:sldMk cId="0" sldId="282"/>
            <ac:spMk id="26" creationId="{00000000-0000-0000-0000-000000000000}"/>
          </ac:spMkLst>
        </pc:spChg>
        <pc:spChg chg="del">
          <ac:chgData name="GOH HUI MIN" userId="803cfcfa-5b2e-4df9-89f3-fffbd24b0295" providerId="ADAL" clId="{9EBFB405-9D74-4947-9D11-4A4650034B80}" dt="2026-07-31T02:29:21.933" v="138" actId="478"/>
          <ac:spMkLst>
            <pc:docMk/>
            <pc:sldMk cId="0" sldId="282"/>
            <ac:spMk id="27" creationId="{00000000-0000-0000-0000-000000000000}"/>
          </ac:spMkLst>
        </pc:spChg>
        <pc:cxnChg chg="mod">
          <ac:chgData name="GOH HUI MIN" userId="803cfcfa-5b2e-4df9-89f3-fffbd24b0295" providerId="ADAL" clId="{9EBFB405-9D74-4947-9D11-4A4650034B80}" dt="2026-07-31T02:37:09.912" v="184" actId="1076"/>
          <ac:cxnSpMkLst>
            <pc:docMk/>
            <pc:sldMk cId="0" sldId="282"/>
            <ac:cxnSpMk id="7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2:37:09.912" v="184" actId="1076"/>
          <ac:cxnSpMkLst>
            <pc:docMk/>
            <pc:sldMk cId="0" sldId="282"/>
            <ac:cxnSpMk id="9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2:37:09.912" v="184" actId="1076"/>
          <ac:cxnSpMkLst>
            <pc:docMk/>
            <pc:sldMk cId="0" sldId="282"/>
            <ac:cxnSpMk id="11" creationId="{00000000-0000-0000-0000-000000000000}"/>
          </ac:cxnSpMkLst>
        </pc:cxnChg>
        <pc:cxnChg chg="mod">
          <ac:chgData name="GOH HUI MIN" userId="803cfcfa-5b2e-4df9-89f3-fffbd24b0295" providerId="ADAL" clId="{9EBFB405-9D74-4947-9D11-4A4650034B80}" dt="2026-07-31T02:37:09.912" v="184" actId="1076"/>
          <ac:cxnSpMkLst>
            <pc:docMk/>
            <pc:sldMk cId="0" sldId="282"/>
            <ac:cxnSpMk id="13" creationId="{00000000-0000-0000-0000-000000000000}"/>
          </ac:cxnSpMkLst>
        </pc:cxnChg>
      </pc:sldChg>
      <pc:sldChg chg="addSp delSp modSp add del mod">
        <pc:chgData name="GOH HUI MIN" userId="803cfcfa-5b2e-4df9-89f3-fffbd24b0295" providerId="ADAL" clId="{9EBFB405-9D74-4947-9D11-4A4650034B80}" dt="2026-07-31T02:45:27.745" v="445" actId="47"/>
        <pc:sldMkLst>
          <pc:docMk/>
          <pc:sldMk cId="4283818916" sldId="283"/>
        </pc:sldMkLst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7" creationId="{5F85192A-0521-DC44-4400-8CD017CB0D7D}"/>
          </ac:spMkLst>
        </pc:spChg>
        <pc:spChg chg="mod">
          <ac:chgData name="GOH HUI MIN" userId="803cfcfa-5b2e-4df9-89f3-fffbd24b0295" providerId="ADAL" clId="{9EBFB405-9D74-4947-9D11-4A4650034B80}" dt="2026-07-31T02:39:12.194" v="233" actId="14100"/>
          <ac:spMkLst>
            <pc:docMk/>
            <pc:sldMk cId="4283818916" sldId="283"/>
            <ac:spMk id="8" creationId="{F15E0E01-34A1-102E-20D5-CA31A33C7030}"/>
          </ac:spMkLst>
        </pc:spChg>
        <pc:spChg chg="add del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9" creationId="{281FBB5F-BBD8-1377-4729-4D129046F62C}"/>
          </ac:spMkLst>
        </pc:spChg>
        <pc:spChg chg="mod">
          <ac:chgData name="GOH HUI MIN" userId="803cfcfa-5b2e-4df9-89f3-fffbd24b0295" providerId="ADAL" clId="{9EBFB405-9D74-4947-9D11-4A4650034B80}" dt="2026-07-31T02:39:54.841" v="262" actId="14100"/>
          <ac:spMkLst>
            <pc:docMk/>
            <pc:sldMk cId="4283818916" sldId="283"/>
            <ac:spMk id="10" creationId="{BF3AA664-19A9-85EB-08F4-8E83B18266F3}"/>
          </ac:spMkLst>
        </pc:spChg>
        <pc:spChg chg="mod">
          <ac:chgData name="GOH HUI MIN" userId="803cfcfa-5b2e-4df9-89f3-fffbd24b0295" providerId="ADAL" clId="{9EBFB405-9D74-4947-9D11-4A4650034B80}" dt="2026-07-31T02:40:16.399" v="297" actId="1036"/>
          <ac:spMkLst>
            <pc:docMk/>
            <pc:sldMk cId="4283818916" sldId="283"/>
            <ac:spMk id="12" creationId="{DCA5FA60-7BE2-3FB2-2FCF-9291C5F90845}"/>
          </ac:spMkLst>
        </pc:spChg>
        <pc:spChg chg="mod">
          <ac:chgData name="GOH HUI MIN" userId="803cfcfa-5b2e-4df9-89f3-fffbd24b0295" providerId="ADAL" clId="{9EBFB405-9D74-4947-9D11-4A4650034B80}" dt="2026-07-31T02:39:12.194" v="233" actId="14100"/>
          <ac:spMkLst>
            <pc:docMk/>
            <pc:sldMk cId="4283818916" sldId="283"/>
            <ac:spMk id="13" creationId="{73A4AC3A-7420-5472-6181-CE633EEEA560}"/>
          </ac:spMkLst>
        </pc:spChg>
        <pc:spChg chg="mod">
          <ac:chgData name="GOH HUI MIN" userId="803cfcfa-5b2e-4df9-89f3-fffbd24b0295" providerId="ADAL" clId="{9EBFB405-9D74-4947-9D11-4A4650034B80}" dt="2026-07-31T02:40:05.417" v="263" actId="14100"/>
          <ac:spMkLst>
            <pc:docMk/>
            <pc:sldMk cId="4283818916" sldId="283"/>
            <ac:spMk id="15" creationId="{55E0E182-F65F-8086-5DEB-16A6106BD204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16" creationId="{A9538E9E-432C-F181-DFC0-BEFC66C607E6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18" creationId="{46C7ABB6-654E-E299-FFBA-421C871552B5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20" creationId="{A8F73B44-30A2-4A35-FA1C-E97C6B8AC3FC}"/>
          </ac:spMkLst>
        </pc:spChg>
        <pc:spChg chg="mod">
          <ac:chgData name="GOH HUI MIN" userId="803cfcfa-5b2e-4df9-89f3-fffbd24b0295" providerId="ADAL" clId="{9EBFB405-9D74-4947-9D11-4A4650034B80}" dt="2026-07-31T02:40:05.417" v="263" actId="14100"/>
          <ac:spMkLst>
            <pc:docMk/>
            <pc:sldMk cId="4283818916" sldId="283"/>
            <ac:spMk id="23" creationId="{8E493379-10DC-DC85-5D85-6B2EA55AE459}"/>
          </ac:spMkLst>
        </pc:spChg>
        <pc:spChg chg="add del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25" creationId="{589D7FC8-E0B3-100F-A62B-21DFCA2CB9A8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26" creationId="{07498890-FC27-4ACA-0D50-08EE410B01E2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28" creationId="{4DC9F28D-D0DD-E77D-EB94-E7B7C16B99DA}"/>
          </ac:spMkLst>
        </pc:spChg>
        <pc:spChg chg="mod">
          <ac:chgData name="GOH HUI MIN" userId="803cfcfa-5b2e-4df9-89f3-fffbd24b0295" providerId="ADAL" clId="{9EBFB405-9D74-4947-9D11-4A4650034B80}" dt="2026-07-31T02:39:12.194" v="233" actId="14100"/>
          <ac:spMkLst>
            <pc:docMk/>
            <pc:sldMk cId="4283818916" sldId="283"/>
            <ac:spMk id="29" creationId="{77F2A85A-9831-B7B3-1BA3-205ED7CA068B}"/>
          </ac:spMkLst>
        </pc:spChg>
        <pc:spChg chg="mod">
          <ac:chgData name="GOH HUI MIN" userId="803cfcfa-5b2e-4df9-89f3-fffbd24b0295" providerId="ADAL" clId="{9EBFB405-9D74-4947-9D11-4A4650034B80}" dt="2026-07-31T02:40:05.417" v="263" actId="14100"/>
          <ac:spMkLst>
            <pc:docMk/>
            <pc:sldMk cId="4283818916" sldId="283"/>
            <ac:spMk id="31" creationId="{BFC7216B-B193-C6F7-7A47-EDB8E18168D7}"/>
          </ac:spMkLst>
        </pc:spChg>
        <pc:spChg chg="mod">
          <ac:chgData name="GOH HUI MIN" userId="803cfcfa-5b2e-4df9-89f3-fffbd24b0295" providerId="ADAL" clId="{9EBFB405-9D74-4947-9D11-4A4650034B80}" dt="2026-07-31T02:39:12.194" v="233" actId="14100"/>
          <ac:spMkLst>
            <pc:docMk/>
            <pc:sldMk cId="4283818916" sldId="283"/>
            <ac:spMk id="32" creationId="{E6FC0CF7-8A44-8F88-7034-422B79A2257C}"/>
          </ac:spMkLst>
        </pc:spChg>
        <pc:spChg chg="add del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33" creationId="{B611AEF3-640B-A1CA-3DEC-0787191A28B6}"/>
          </ac:spMkLst>
        </pc:spChg>
        <pc:spChg chg="add del mod">
          <ac:chgData name="GOH HUI MIN" userId="803cfcfa-5b2e-4df9-89f3-fffbd24b0295" providerId="ADAL" clId="{9EBFB405-9D74-4947-9D11-4A4650034B80}" dt="2026-07-31T02:40:42.885" v="304" actId="21"/>
          <ac:spMkLst>
            <pc:docMk/>
            <pc:sldMk cId="4283818916" sldId="283"/>
            <ac:spMk id="34" creationId="{66A4F83D-2687-15C5-ACF6-DCC371DFF4B4}"/>
          </ac:spMkLst>
        </pc:spChg>
        <pc:spChg chg="mod">
          <ac:chgData name="GOH HUI MIN" userId="803cfcfa-5b2e-4df9-89f3-fffbd24b0295" providerId="ADAL" clId="{9EBFB405-9D74-4947-9D11-4A4650034B80}" dt="2026-07-31T02:40:16.399" v="297" actId="1036"/>
          <ac:spMkLst>
            <pc:docMk/>
            <pc:sldMk cId="4283818916" sldId="283"/>
            <ac:spMk id="36" creationId="{D9573DD7-BED3-6CB3-C766-7C95672F2313}"/>
          </ac:spMkLst>
        </pc:spChg>
        <pc:spChg chg="mod">
          <ac:chgData name="GOH HUI MIN" userId="803cfcfa-5b2e-4df9-89f3-fffbd24b0295" providerId="ADAL" clId="{9EBFB405-9D74-4947-9D11-4A4650034B80}" dt="2026-07-31T02:39:12.194" v="233" actId="14100"/>
          <ac:spMkLst>
            <pc:docMk/>
            <pc:sldMk cId="4283818916" sldId="283"/>
            <ac:spMk id="37" creationId="{D5251197-F34B-EE4D-2103-0C21CD9904C2}"/>
          </ac:spMkLst>
        </pc:spChg>
      </pc:sldChg>
      <pc:sldChg chg="add del setBg">
        <pc:chgData name="GOH HUI MIN" userId="803cfcfa-5b2e-4df9-89f3-fffbd24b0295" providerId="ADAL" clId="{9EBFB405-9D74-4947-9D11-4A4650034B80}" dt="2026-07-31T02:40:33.434" v="300"/>
        <pc:sldMkLst>
          <pc:docMk/>
          <pc:sldMk cId="1856563609" sldId="284"/>
        </pc:sldMkLst>
      </pc:sldChg>
    </pc:docChg>
  </pc:docChgLst>
  <pc:docChgLst>
    <pc:chgData name="XU HONGMING" userId="S::2570480@sit.singaporetech.edu.sg::48ecb678-d792-486c-8920-78aaad364038" providerId="AD" clId="Web-{4560E425-EADA-36C9-2AED-79BD548F12EF}"/>
    <pc:docChg chg="modSld">
      <pc:chgData name="XU HONGMING" userId="S::2570480@sit.singaporetech.edu.sg::48ecb678-d792-486c-8920-78aaad364038" providerId="AD" clId="Web-{4560E425-EADA-36C9-2AED-79BD548F12EF}" dt="2026-07-31T02:36:03.957" v="50" actId="20577"/>
      <pc:docMkLst>
        <pc:docMk/>
      </pc:docMkLst>
      <pc:sldChg chg="delSp modSp">
        <pc:chgData name="XU HONGMING" userId="S::2570480@sit.singaporetech.edu.sg::48ecb678-d792-486c-8920-78aaad364038" providerId="AD" clId="Web-{4560E425-EADA-36C9-2AED-79BD548F12EF}" dt="2026-07-31T02:36:03.957" v="50" actId="20577"/>
        <pc:sldMkLst>
          <pc:docMk/>
          <pc:sldMk cId="0" sldId="271"/>
        </pc:sldMkLst>
        <pc:spChg chg="mod">
          <ac:chgData name="XU HONGMING" userId="S::2570480@sit.singaporetech.edu.sg::48ecb678-d792-486c-8920-78aaad364038" providerId="AD" clId="Web-{4560E425-EADA-36C9-2AED-79BD548F12EF}" dt="2026-07-31T02:36:03.957" v="50" actId="20577"/>
          <ac:spMkLst>
            <pc:docMk/>
            <pc:sldMk cId="0" sldId="271"/>
            <ac:spMk id="6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4560E425-EADA-36C9-2AED-79BD548F12EF}" dt="2026-07-31T02:35:42.831" v="45" actId="20577"/>
          <ac:spMkLst>
            <pc:docMk/>
            <pc:sldMk cId="0" sldId="271"/>
            <ac:spMk id="9" creationId="{00000000-0000-0000-0000-000000000000}"/>
          </ac:spMkLst>
        </pc:spChg>
        <pc:spChg chg="del mod">
          <ac:chgData name="XU HONGMING" userId="S::2570480@sit.singaporetech.edu.sg::48ecb678-d792-486c-8920-78aaad364038" providerId="AD" clId="Web-{4560E425-EADA-36C9-2AED-79BD548F12EF}" dt="2026-07-31T02:35:28.409" v="15"/>
          <ac:spMkLst>
            <pc:docMk/>
            <pc:sldMk cId="0" sldId="271"/>
            <ac:spMk id="17" creationId="{43528561-29F6-6CF0-C89E-954049BA4447}"/>
          </ac:spMkLst>
        </pc:spChg>
      </pc:sldChg>
    </pc:docChg>
  </pc:docChgLst>
  <pc:docChgLst>
    <pc:chgData name="XU HONGMING" userId="S::2570480@sit.singaporetech.edu.sg::48ecb678-d792-486c-8920-78aaad364038" providerId="AD" clId="Web-{7DD1F11F-4551-716B-4B98-2D11B4263C12}"/>
    <pc:docChg chg="modSld">
      <pc:chgData name="XU HONGMING" userId="S::2570480@sit.singaporetech.edu.sg::48ecb678-d792-486c-8920-78aaad364038" providerId="AD" clId="Web-{7DD1F11F-4551-716B-4B98-2D11B4263C12}" dt="2026-07-31T01:38:32.145" v="351" actId="1076"/>
      <pc:docMkLst>
        <pc:docMk/>
      </pc:docMkLst>
      <pc:sldChg chg="delSp modSp">
        <pc:chgData name="XU HONGMING" userId="S::2570480@sit.singaporetech.edu.sg::48ecb678-d792-486c-8920-78aaad364038" providerId="AD" clId="Web-{7DD1F11F-4551-716B-4B98-2D11B4263C12}" dt="2026-07-31T00:50:31.835" v="45" actId="20577"/>
        <pc:sldMkLst>
          <pc:docMk/>
          <pc:sldMk cId="0" sldId="256"/>
        </pc:sldMkLst>
        <pc:spChg chg="mod">
          <ac:chgData name="XU HONGMING" userId="S::2570480@sit.singaporetech.edu.sg::48ecb678-d792-486c-8920-78aaad364038" providerId="AD" clId="Web-{7DD1F11F-4551-716B-4B98-2D11B4263C12}" dt="2026-07-31T00:50:31.835" v="45" actId="20577"/>
          <ac:spMkLst>
            <pc:docMk/>
            <pc:sldMk cId="0" sldId="256"/>
            <ac:spMk id="4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48:53.049" v="5"/>
          <ac:spMkLst>
            <pc:docMk/>
            <pc:sldMk cId="0" sldId="256"/>
            <ac:spMk id="5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48:53.049" v="4"/>
          <ac:spMkLst>
            <pc:docMk/>
            <pc:sldMk cId="0" sldId="256"/>
            <ac:spMk id="6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48:53.049" v="3"/>
          <ac:spMkLst>
            <pc:docMk/>
            <pc:sldMk cId="0" sldId="256"/>
            <ac:spMk id="7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48:53.033" v="2"/>
          <ac:spMkLst>
            <pc:docMk/>
            <pc:sldMk cId="0" sldId="256"/>
            <ac:spMk id="8" creationId="{00000000-0000-0000-0000-000000000000}"/>
          </ac:spMkLst>
        </pc:spChg>
      </pc:sldChg>
      <pc:sldChg chg="delSp modSp">
        <pc:chgData name="XU HONGMING" userId="S::2570480@sit.singaporetech.edu.sg::48ecb678-d792-486c-8920-78aaad364038" providerId="AD" clId="Web-{7DD1F11F-4551-716B-4B98-2D11B4263C12}" dt="2026-07-31T01:12:40.704" v="212" actId="20577"/>
        <pc:sldMkLst>
          <pc:docMk/>
          <pc:sldMk cId="0" sldId="257"/>
        </pc:sldMkLst>
        <pc:spChg chg="del mod">
          <ac:chgData name="XU HONGMING" userId="S::2570480@sit.singaporetech.edu.sg::48ecb678-d792-486c-8920-78aaad364038" providerId="AD" clId="Web-{7DD1F11F-4551-716B-4B98-2D11B4263C12}" dt="2026-07-31T00:51:25.743" v="47"/>
          <ac:spMkLst>
            <pc:docMk/>
            <pc:sldMk cId="0" sldId="257"/>
            <ac:spMk id="3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0:51:31.853" v="51" actId="20577"/>
          <ac:spMkLst>
            <pc:docMk/>
            <pc:sldMk cId="0" sldId="257"/>
            <ac:spMk id="4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1:12:32.844" v="206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1:12:40.704" v="212" actId="20577"/>
          <ac:spMkLst>
            <pc:docMk/>
            <pc:sldMk cId="0" sldId="257"/>
            <ac:spMk id="12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0:54:51.205" v="106" actId="20577"/>
          <ac:spMkLst>
            <pc:docMk/>
            <pc:sldMk cId="0" sldId="257"/>
            <ac:spMk id="16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0:51:54.979" v="62" actId="20577"/>
          <ac:spMkLst>
            <pc:docMk/>
            <pc:sldMk cId="0" sldId="257"/>
            <ac:spMk id="20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1:41.572" v="52"/>
          <ac:spMkLst>
            <pc:docMk/>
            <pc:sldMk cId="0" sldId="257"/>
            <ac:spMk id="21" creationId="{00000000-0000-0000-0000-000000000000}"/>
          </ac:spMkLst>
        </pc:spChg>
      </pc:sldChg>
      <pc:sldChg chg="delSp modSp">
        <pc:chgData name="XU HONGMING" userId="S::2570480@sit.singaporetech.edu.sg::48ecb678-d792-486c-8920-78aaad364038" providerId="AD" clId="Web-{7DD1F11F-4551-716B-4B98-2D11B4263C12}" dt="2026-07-31T01:12:03.249" v="194" actId="20577"/>
        <pc:sldMkLst>
          <pc:docMk/>
          <pc:sldMk cId="0" sldId="258"/>
        </pc:sldMkLst>
        <pc:spChg chg="del mod">
          <ac:chgData name="XU HONGMING" userId="S::2570480@sit.singaporetech.edu.sg::48ecb678-d792-486c-8920-78aaad364038" providerId="AD" clId="Web-{7DD1F11F-4551-716B-4B98-2D11B4263C12}" dt="2026-07-31T00:52:11.995" v="65"/>
          <ac:spMkLst>
            <pc:docMk/>
            <pc:sldMk cId="0" sldId="258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2:15.058" v="66"/>
          <ac:spMkLst>
            <pc:docMk/>
            <pc:sldMk cId="0" sldId="258"/>
            <ac:spMk id="5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1:12:03.249" v="194" actId="20577"/>
          <ac:spMkLst>
            <pc:docMk/>
            <pc:sldMk cId="0" sldId="258"/>
            <ac:spMk id="6" creationId="{00000000-0000-0000-0000-000000000000}"/>
          </ac:spMkLst>
        </pc:spChg>
      </pc:sldChg>
      <pc:sldChg chg="addSp delSp modSp">
        <pc:chgData name="XU HONGMING" userId="S::2570480@sit.singaporetech.edu.sg::48ecb678-d792-486c-8920-78aaad364038" providerId="AD" clId="Web-{7DD1F11F-4551-716B-4B98-2D11B4263C12}" dt="2026-07-31T01:38:32.145" v="351" actId="1076"/>
        <pc:sldMkLst>
          <pc:docMk/>
          <pc:sldMk cId="0" sldId="259"/>
        </pc:sldMkLst>
        <pc:spChg chg="del">
          <ac:chgData name="XU HONGMING" userId="S::2570480@sit.singaporetech.edu.sg::48ecb678-d792-486c-8920-78aaad364038" providerId="AD" clId="Web-{7DD1F11F-4551-716B-4B98-2D11B4263C12}" dt="2026-07-31T00:52:23.949" v="68"/>
          <ac:spMkLst>
            <pc:docMk/>
            <pc:sldMk cId="0" sldId="259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2:19.964" v="67"/>
          <ac:spMkLst>
            <pc:docMk/>
            <pc:sldMk cId="0" sldId="259"/>
            <ac:spMk id="5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1:36:24.858" v="341" actId="14100"/>
          <ac:spMkLst>
            <pc:docMk/>
            <pc:sldMk cId="0" sldId="259"/>
            <ac:spMk id="7" creationId="{00000000-0000-0000-0000-000000000000}"/>
          </ac:spMkLst>
        </pc:spChg>
        <pc:graphicFrameChg chg="modGraphic">
          <ac:chgData name="XU HONGMING" userId="S::2570480@sit.singaporetech.edu.sg::48ecb678-d792-486c-8920-78aaad364038" providerId="AD" clId="Web-{7DD1F11F-4551-716B-4B98-2D11B4263C12}" dt="2026-07-31T01:35:47.263" v="336"/>
          <ac:graphicFrameMkLst>
            <pc:docMk/>
            <pc:sldMk cId="0" sldId="259"/>
            <ac:graphicFrameMk id="6" creationId="{00000000-0000-0000-0000-000000000000}"/>
          </ac:graphicFrameMkLst>
        </pc:graphicFrameChg>
        <pc:picChg chg="add del mod">
          <ac:chgData name="XU HONGMING" userId="S::2570480@sit.singaporetech.edu.sg::48ecb678-d792-486c-8920-78aaad364038" providerId="AD" clId="Web-{7DD1F11F-4551-716B-4B98-2D11B4263C12}" dt="2026-07-31T01:37:41.221" v="345"/>
          <ac:picMkLst>
            <pc:docMk/>
            <pc:sldMk cId="0" sldId="259"/>
            <ac:picMk id="8" creationId="{4AB78A7E-3767-59B3-1E5E-681D0639E38D}"/>
          </ac:picMkLst>
        </pc:picChg>
        <pc:picChg chg="add mod">
          <ac:chgData name="XU HONGMING" userId="S::2570480@sit.singaporetech.edu.sg::48ecb678-d792-486c-8920-78aaad364038" providerId="AD" clId="Web-{7DD1F11F-4551-716B-4B98-2D11B4263C12}" dt="2026-07-31T01:38:32.145" v="351" actId="1076"/>
          <ac:picMkLst>
            <pc:docMk/>
            <pc:sldMk cId="0" sldId="259"/>
            <ac:picMk id="9" creationId="{177F04C4-F36C-158C-BFD6-CFC4A6CFCCF4}"/>
          </ac:picMkLst>
        </pc:picChg>
      </pc:sldChg>
      <pc:sldChg chg="delSp modSp">
        <pc:chgData name="XU HONGMING" userId="S::2570480@sit.singaporetech.edu.sg::48ecb678-d792-486c-8920-78aaad364038" providerId="AD" clId="Web-{7DD1F11F-4551-716B-4B98-2D11B4263C12}" dt="2026-07-31T00:52:30.965" v="71" actId="20577"/>
        <pc:sldMkLst>
          <pc:docMk/>
          <pc:sldMk cId="0" sldId="260"/>
        </pc:sldMkLst>
        <pc:spChg chg="del">
          <ac:chgData name="XU HONGMING" userId="S::2570480@sit.singaporetech.edu.sg::48ecb678-d792-486c-8920-78aaad364038" providerId="AD" clId="Web-{7DD1F11F-4551-716B-4B98-2D11B4263C12}" dt="2026-07-31T00:52:27.933" v="69"/>
          <ac:spMkLst>
            <pc:docMk/>
            <pc:sldMk cId="0" sldId="260"/>
            <ac:spMk id="3" creationId="{00000000-0000-0000-0000-000000000000}"/>
          </ac:spMkLst>
        </pc:spChg>
        <pc:spChg chg="mod">
          <ac:chgData name="XU HONGMING" userId="S::2570480@sit.singaporetech.edu.sg::48ecb678-d792-486c-8920-78aaad364038" providerId="AD" clId="Web-{7DD1F11F-4551-716B-4B98-2D11B4263C12}" dt="2026-07-31T00:52:30.965" v="71" actId="20577"/>
          <ac:spMkLst>
            <pc:docMk/>
            <pc:sldMk cId="0" sldId="260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2:36.918" v="73"/>
        <pc:sldMkLst>
          <pc:docMk/>
          <pc:sldMk cId="0" sldId="261"/>
        </pc:sldMkLst>
        <pc:spChg chg="del">
          <ac:chgData name="XU HONGMING" userId="S::2570480@sit.singaporetech.edu.sg::48ecb678-d792-486c-8920-78aaad364038" providerId="AD" clId="Web-{7DD1F11F-4551-716B-4B98-2D11B4263C12}" dt="2026-07-31T00:52:34.168" v="72"/>
          <ac:spMkLst>
            <pc:docMk/>
            <pc:sldMk cId="0" sldId="261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2:36.918" v="73"/>
          <ac:spMkLst>
            <pc:docMk/>
            <pc:sldMk cId="0" sldId="261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2:43.403" v="75"/>
        <pc:sldMkLst>
          <pc:docMk/>
          <pc:sldMk cId="0" sldId="262"/>
        </pc:sldMkLst>
        <pc:spChg chg="del">
          <ac:chgData name="XU HONGMING" userId="S::2570480@sit.singaporetech.edu.sg::48ecb678-d792-486c-8920-78aaad364038" providerId="AD" clId="Web-{7DD1F11F-4551-716B-4B98-2D11B4263C12}" dt="2026-07-31T00:52:40.934" v="74"/>
          <ac:spMkLst>
            <pc:docMk/>
            <pc:sldMk cId="0" sldId="262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2:43.403" v="75"/>
          <ac:spMkLst>
            <pc:docMk/>
            <pc:sldMk cId="0" sldId="262"/>
            <ac:spMk id="5" creationId="{00000000-0000-0000-0000-000000000000}"/>
          </ac:spMkLst>
        </pc:spChg>
      </pc:sldChg>
      <pc:sldChg chg="delSp modSp">
        <pc:chgData name="XU HONGMING" userId="S::2570480@sit.singaporetech.edu.sg::48ecb678-d792-486c-8920-78aaad364038" providerId="AD" clId="Web-{7DD1F11F-4551-716B-4B98-2D11B4263C12}" dt="2026-07-31T00:53:07.669" v="78"/>
        <pc:sldMkLst>
          <pc:docMk/>
          <pc:sldMk cId="0" sldId="263"/>
        </pc:sldMkLst>
        <pc:spChg chg="del mod">
          <ac:chgData name="XU HONGMING" userId="S::2570480@sit.singaporetech.edu.sg::48ecb678-d792-486c-8920-78aaad364038" providerId="AD" clId="Web-{7DD1F11F-4551-716B-4B98-2D11B4263C12}" dt="2026-07-31T00:53:07.669" v="78"/>
          <ac:spMkLst>
            <pc:docMk/>
            <pc:sldMk cId="0" sldId="263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2:48.028" v="77"/>
          <ac:spMkLst>
            <pc:docMk/>
            <pc:sldMk cId="0" sldId="263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3:12.466" v="80"/>
        <pc:sldMkLst>
          <pc:docMk/>
          <pc:sldMk cId="0" sldId="264"/>
        </pc:sldMkLst>
        <pc:spChg chg="del">
          <ac:chgData name="XU HONGMING" userId="S::2570480@sit.singaporetech.edu.sg::48ecb678-d792-486c-8920-78aaad364038" providerId="AD" clId="Web-{7DD1F11F-4551-716B-4B98-2D11B4263C12}" dt="2026-07-31T00:53:10.779" v="79"/>
          <ac:spMkLst>
            <pc:docMk/>
            <pc:sldMk cId="0" sldId="264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3:12.466" v="80"/>
          <ac:spMkLst>
            <pc:docMk/>
            <pc:sldMk cId="0" sldId="264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3:16.904" v="82"/>
        <pc:sldMkLst>
          <pc:docMk/>
          <pc:sldMk cId="0" sldId="265"/>
        </pc:sldMkLst>
        <pc:spChg chg="del">
          <ac:chgData name="XU HONGMING" userId="S::2570480@sit.singaporetech.edu.sg::48ecb678-d792-486c-8920-78aaad364038" providerId="AD" clId="Web-{7DD1F11F-4551-716B-4B98-2D11B4263C12}" dt="2026-07-31T00:53:15.217" v="81"/>
          <ac:spMkLst>
            <pc:docMk/>
            <pc:sldMk cId="0" sldId="265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3:16.904" v="82"/>
          <ac:spMkLst>
            <pc:docMk/>
            <pc:sldMk cId="0" sldId="265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3:23.217" v="84"/>
        <pc:sldMkLst>
          <pc:docMk/>
          <pc:sldMk cId="0" sldId="266"/>
        </pc:sldMkLst>
        <pc:spChg chg="del">
          <ac:chgData name="XU HONGMING" userId="S::2570480@sit.singaporetech.edu.sg::48ecb678-d792-486c-8920-78aaad364038" providerId="AD" clId="Web-{7DD1F11F-4551-716B-4B98-2D11B4263C12}" dt="2026-07-31T00:53:21.295" v="83"/>
          <ac:spMkLst>
            <pc:docMk/>
            <pc:sldMk cId="0" sldId="266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3:23.217" v="84"/>
          <ac:spMkLst>
            <pc:docMk/>
            <pc:sldMk cId="0" sldId="266"/>
            <ac:spMk id="5" creationId="{00000000-0000-0000-0000-000000000000}"/>
          </ac:spMkLst>
        </pc:spChg>
      </pc:sldChg>
      <pc:sldChg chg="delSp">
        <pc:chgData name="XU HONGMING" userId="S::2570480@sit.singaporetech.edu.sg::48ecb678-d792-486c-8920-78aaad364038" providerId="AD" clId="Web-{7DD1F11F-4551-716B-4B98-2D11B4263C12}" dt="2026-07-31T00:53:29.233" v="86"/>
        <pc:sldMkLst>
          <pc:docMk/>
          <pc:sldMk cId="0" sldId="267"/>
        </pc:sldMkLst>
        <pc:spChg chg="del">
          <ac:chgData name="XU HONGMING" userId="S::2570480@sit.singaporetech.edu.sg::48ecb678-d792-486c-8920-78aaad364038" providerId="AD" clId="Web-{7DD1F11F-4551-716B-4B98-2D11B4263C12}" dt="2026-07-31T00:53:26.858" v="85"/>
          <ac:spMkLst>
            <pc:docMk/>
            <pc:sldMk cId="0" sldId="267"/>
            <ac:spMk id="3" creationId="{00000000-0000-0000-0000-000000000000}"/>
          </ac:spMkLst>
        </pc:spChg>
        <pc:spChg chg="del">
          <ac:chgData name="XU HONGMING" userId="S::2570480@sit.singaporetech.edu.sg::48ecb678-d792-486c-8920-78aaad364038" providerId="AD" clId="Web-{7DD1F11F-4551-716B-4B98-2D11B4263C12}" dt="2026-07-31T00:53:29.233" v="86"/>
          <ac:spMkLst>
            <pc:docMk/>
            <pc:sldMk cId="0" sldId="267"/>
            <ac:spMk id="5" creationId="{00000000-0000-0000-0000-000000000000}"/>
          </ac:spMkLst>
        </pc:spChg>
      </pc:sldChg>
      <pc:sldChg chg="modSp">
        <pc:chgData name="XU HONGMING" userId="S::2570480@sit.singaporetech.edu.sg::48ecb678-d792-486c-8920-78aaad364038" providerId="AD" clId="Web-{7DD1F11F-4551-716B-4B98-2D11B4263C12}" dt="2026-07-31T00:54:25.173" v="102" actId="20577"/>
        <pc:sldMkLst>
          <pc:docMk/>
          <pc:sldMk cId="0" sldId="268"/>
        </pc:sldMkLst>
        <pc:spChg chg="mod">
          <ac:chgData name="XU HONGMING" userId="S::2570480@sit.singaporetech.edu.sg::48ecb678-d792-486c-8920-78aaad364038" providerId="AD" clId="Web-{7DD1F11F-4551-716B-4B98-2D11B4263C12}" dt="2026-07-31T00:54:25.173" v="102" actId="20577"/>
          <ac:spMkLst>
            <pc:docMk/>
            <pc:sldMk cId="0" sldId="268"/>
            <ac:spMk id="2" creationId="{00000000-0000-0000-0000-000000000000}"/>
          </ac:spMkLst>
        </pc:spChg>
      </pc:sldChg>
    </pc:docChg>
  </pc:docChgLst>
  <pc:docChgLst>
    <pc:chgData name="XU HONGMING" userId="S::2570480@sit.singaporetech.edu.sg::48ecb678-d792-486c-8920-78aaad364038" providerId="AD" clId="Web-{F9AE5DED-D3CC-1288-006E-432DB8B58F65}"/>
    <pc:docChg chg="modSld">
      <pc:chgData name="XU HONGMING" userId="S::2570480@sit.singaporetech.edu.sg::48ecb678-d792-486c-8920-78aaad364038" providerId="AD" clId="Web-{F9AE5DED-D3CC-1288-006E-432DB8B58F65}" dt="2026-07-31T02:27:15.301" v="12" actId="20577"/>
      <pc:docMkLst>
        <pc:docMk/>
      </pc:docMkLst>
      <pc:sldChg chg="addSp modSp">
        <pc:chgData name="XU HONGMING" userId="S::2570480@sit.singaporetech.edu.sg::48ecb678-d792-486c-8920-78aaad364038" providerId="AD" clId="Web-{F9AE5DED-D3CC-1288-006E-432DB8B58F65}" dt="2026-07-31T02:27:15.301" v="12" actId="20577"/>
        <pc:sldMkLst>
          <pc:docMk/>
          <pc:sldMk cId="0" sldId="271"/>
        </pc:sldMkLst>
        <pc:spChg chg="mod">
          <ac:chgData name="XU HONGMING" userId="S::2570480@sit.singaporetech.edu.sg::48ecb678-d792-486c-8920-78aaad364038" providerId="AD" clId="Web-{F9AE5DED-D3CC-1288-006E-432DB8B58F65}" dt="2026-07-31T02:27:15.301" v="12" actId="20577"/>
          <ac:spMkLst>
            <pc:docMk/>
            <pc:sldMk cId="0" sldId="271"/>
            <ac:spMk id="6" creationId="{00000000-0000-0000-0000-000000000000}"/>
          </ac:spMkLst>
        </pc:spChg>
        <pc:spChg chg="add mod">
          <ac:chgData name="XU HONGMING" userId="S::2570480@sit.singaporetech.edu.sg::48ecb678-d792-486c-8920-78aaad364038" providerId="AD" clId="Web-{F9AE5DED-D3CC-1288-006E-432DB8B58F65}" dt="2026-07-31T02:26:51.800" v="8" actId="1076"/>
          <ac:spMkLst>
            <pc:docMk/>
            <pc:sldMk cId="0" sldId="271"/>
            <ac:spMk id="17" creationId="{43528561-29F6-6CF0-C89E-954049BA4447}"/>
          </ac:spMkLst>
        </pc:spChg>
      </pc:sldChg>
    </pc:docChg>
  </pc:docChgLst>
  <pc:docChgLst>
    <pc:chgData name="XU HONGMING" userId="S::2570480@sit.singaporetech.edu.sg::48ecb678-d792-486c-8920-78aaad364038" providerId="AD" clId="Web-{D8DB74D3-93FC-9BC1-83C9-C3DE6487881C}"/>
    <pc:docChg chg="modSld">
      <pc:chgData name="XU HONGMING" userId="S::2570480@sit.singaporetech.edu.sg::48ecb678-d792-486c-8920-78aaad364038" providerId="AD" clId="Web-{D8DB74D3-93FC-9BC1-83C9-C3DE6487881C}" dt="2026-07-31T03:17:12.052" v="3" actId="20577"/>
      <pc:docMkLst>
        <pc:docMk/>
      </pc:docMkLst>
      <pc:sldChg chg="modSp">
        <pc:chgData name="XU HONGMING" userId="S::2570480@sit.singaporetech.edu.sg::48ecb678-d792-486c-8920-78aaad364038" providerId="AD" clId="Web-{D8DB74D3-93FC-9BC1-83C9-C3DE6487881C}" dt="2026-07-31T03:17:12.052" v="3" actId="20577"/>
        <pc:sldMkLst>
          <pc:docMk/>
          <pc:sldMk cId="0" sldId="272"/>
        </pc:sldMkLst>
        <pc:spChg chg="mod">
          <ac:chgData name="XU HONGMING" userId="S::2570480@sit.singaporetech.edu.sg::48ecb678-d792-486c-8920-78aaad364038" providerId="AD" clId="Web-{D8DB74D3-93FC-9BC1-83C9-C3DE6487881C}" dt="2026-07-31T03:17:12.052" v="3" actId="20577"/>
          <ac:spMkLst>
            <pc:docMk/>
            <pc:sldMk cId="0" sldId="272"/>
            <ac:spMk id="16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4D12FC-2DB2-46C3-B388-52C3832CB1CA}" type="datetimeFigureOut">
              <a:rPr lang="en-SG" smtClean="0"/>
              <a:t>31/7/2026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A77D30-F0EA-4DAA-B58A-C096AF63F190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6262950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A77D30-F0EA-4DAA-B58A-C096AF63F190}" type="slidenum">
              <a:rPr lang="en-SG" smtClean="0"/>
              <a:t>10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26830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2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822960" y="1965960"/>
            <a:ext cx="82296" cy="1417320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51560" y="1874519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4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SG Citizen Financial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06040"/>
            <a:ext cx="96926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700" b="0" i="1" u="none" strike="noStrike" kern="1200" cap="none" spc="0" normalizeH="0" baseline="0" noProof="0">
                <a:ln>
                  <a:noFill/>
                </a:ln>
                <a:solidFill>
                  <a:srgbClr val="C7D9E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Multimodal, Hybrid-Retrieval RAG Agent for Singapore Government Subsidy Schemes &amp; Tax Reliefs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20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8FA9C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RAG &amp; Agentic AI Mini-Project · Build and Evaluate a Practical RAG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822191"/>
            <a:ext cx="969264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Industry Attachment Project Team 2</a:t>
            </a:r>
            <a:endParaRPr kumimoji="0" lang="en-SG" sz="1300" b="1" i="0" u="none" strike="noStrike" kern="1200" cap="none" spc="0" normalizeH="0" baseline="0" noProof="0">
              <a:ln>
                <a:noFill/>
              </a:ln>
              <a:solidFill>
                <a:srgbClr val="17B5A6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Xu </a:t>
            </a:r>
            <a:r>
              <a:rPr kumimoji="0" lang="en-SG" sz="1300" b="1" i="0" u="none" strike="noStrike" kern="1200" cap="none" spc="0" normalizeH="0" baseline="0" noProof="0" err="1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Hongming</a:t>
            </a:r>
            <a:r>
              <a:rPr kumimoji="0" lang="en-SG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, Jony Ling , Maxton Huang, Goh Hui Min</a:t>
            </a:r>
            <a:endParaRPr kumimoji="0" sz="1300" b="1" i="0" u="none" strike="noStrike" kern="1200" cap="none" spc="0" normalizeH="0" baseline="0" noProof="0">
              <a:ln>
                <a:noFill/>
              </a:ln>
              <a:solidFill>
                <a:srgbClr val="17B5A6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ounded Rectangle 6">
            <a:extLst>
              <a:ext uri="{FF2B5EF4-FFF2-40B4-BE49-F238E27FC236}">
                <a16:creationId xmlns:a16="http://schemas.microsoft.com/office/drawing/2014/main" id="{0103633B-277D-CBCF-9BAC-C1EF3FE4DF90}"/>
              </a:ext>
            </a:extLst>
          </p:cNvPr>
          <p:cNvSpPr/>
          <p:nvPr/>
        </p:nvSpPr>
        <p:spPr>
          <a:xfrm>
            <a:off x="457200" y="4407502"/>
            <a:ext cx="2606400" cy="217627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C93B6E-92F6-CB46-E4FE-5FFD41901FF2}"/>
              </a:ext>
            </a:extLst>
          </p:cNvPr>
          <p:cNvSpPr/>
          <p:nvPr/>
        </p:nvSpPr>
        <p:spPr>
          <a:xfrm>
            <a:off x="457200" y="4407502"/>
            <a:ext cx="2606040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368EE1-BA4A-1845-B3DF-516C492E1C00}"/>
              </a:ext>
            </a:extLst>
          </p:cNvPr>
          <p:cNvSpPr txBox="1"/>
          <p:nvPr/>
        </p:nvSpPr>
        <p:spPr>
          <a:xfrm>
            <a:off x="621792" y="460867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2D9C61-B0A1-A190-37C1-4616554295BF}"/>
              </a:ext>
            </a:extLst>
          </p:cNvPr>
          <p:cNvSpPr txBox="1"/>
          <p:nvPr/>
        </p:nvSpPr>
        <p:spPr>
          <a:xfrm>
            <a:off x="621792" y="4864702"/>
            <a:ext cx="2276856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 &amp; INGESTION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8EB6CF-638C-B5AA-8E2B-C7CC3F5664AC}"/>
              </a:ext>
            </a:extLst>
          </p:cNvPr>
          <p:cNvSpPr txBox="1"/>
          <p:nvPr/>
        </p:nvSpPr>
        <p:spPr>
          <a:xfrm>
            <a:off x="621792" y="5334627"/>
            <a:ext cx="2276856" cy="11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Problem &amp; intended users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Knowledge base &amp; chunking strategy</a:t>
            </a:r>
          </a:p>
        </p:txBody>
      </p:sp>
      <p:sp>
        <p:nvSpPr>
          <p:cNvPr id="19" name="Rounded Rectangle 14">
            <a:extLst>
              <a:ext uri="{FF2B5EF4-FFF2-40B4-BE49-F238E27FC236}">
                <a16:creationId xmlns:a16="http://schemas.microsoft.com/office/drawing/2014/main" id="{94AE7CB3-884C-9B2D-8BE6-DDF294948508}"/>
              </a:ext>
            </a:extLst>
          </p:cNvPr>
          <p:cNvSpPr/>
          <p:nvPr/>
        </p:nvSpPr>
        <p:spPr>
          <a:xfrm>
            <a:off x="3227832" y="4407502"/>
            <a:ext cx="2606400" cy="217627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9041429-B6B0-0208-C0AF-B804CAD59F2F}"/>
              </a:ext>
            </a:extLst>
          </p:cNvPr>
          <p:cNvSpPr/>
          <p:nvPr/>
        </p:nvSpPr>
        <p:spPr>
          <a:xfrm>
            <a:off x="3227832" y="4407502"/>
            <a:ext cx="2606040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ECF67E-C6E3-E5B1-5AFE-6DDE22DE00A1}"/>
              </a:ext>
            </a:extLst>
          </p:cNvPr>
          <p:cNvSpPr txBox="1"/>
          <p:nvPr/>
        </p:nvSpPr>
        <p:spPr>
          <a:xfrm>
            <a:off x="3392424" y="460867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42BCDA-5D15-8715-5507-3092E3EDE989}"/>
              </a:ext>
            </a:extLst>
          </p:cNvPr>
          <p:cNvSpPr txBox="1"/>
          <p:nvPr/>
        </p:nvSpPr>
        <p:spPr>
          <a:xfrm>
            <a:off x="3392424" y="4864702"/>
            <a:ext cx="2276856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RETRIEVAL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F43253-7D10-C2C2-1F6A-4CCBF027F5A7}"/>
              </a:ext>
            </a:extLst>
          </p:cNvPr>
          <p:cNvSpPr txBox="1"/>
          <p:nvPr/>
        </p:nvSpPr>
        <p:spPr>
          <a:xfrm>
            <a:off x="3392424" y="5334627"/>
            <a:ext cx="2276856" cy="111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System architecture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Retrieval design decisions</a:t>
            </a:r>
          </a:p>
        </p:txBody>
      </p:sp>
      <p:sp>
        <p:nvSpPr>
          <p:cNvPr id="29" name="Rounded Rectangle 22">
            <a:extLst>
              <a:ext uri="{FF2B5EF4-FFF2-40B4-BE49-F238E27FC236}">
                <a16:creationId xmlns:a16="http://schemas.microsoft.com/office/drawing/2014/main" id="{AA42710F-77D1-B82B-43BC-BF1F249F4979}"/>
              </a:ext>
            </a:extLst>
          </p:cNvPr>
          <p:cNvSpPr/>
          <p:nvPr/>
        </p:nvSpPr>
        <p:spPr>
          <a:xfrm>
            <a:off x="5998464" y="4407502"/>
            <a:ext cx="2606400" cy="216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51FF935-8D9A-A0D3-5E43-27BF3E9B2AB3}"/>
              </a:ext>
            </a:extLst>
          </p:cNvPr>
          <p:cNvSpPr/>
          <p:nvPr/>
        </p:nvSpPr>
        <p:spPr>
          <a:xfrm>
            <a:off x="5998464" y="4407502"/>
            <a:ext cx="2606040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2CE26-2676-B13F-0BF9-BBF907F561BB}"/>
              </a:ext>
            </a:extLst>
          </p:cNvPr>
          <p:cNvSpPr txBox="1"/>
          <p:nvPr/>
        </p:nvSpPr>
        <p:spPr>
          <a:xfrm>
            <a:off x="6163056" y="460867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8FF8ADE-7FA3-13B5-6B9A-FB12AA2C9381}"/>
              </a:ext>
            </a:extLst>
          </p:cNvPr>
          <p:cNvSpPr txBox="1"/>
          <p:nvPr/>
        </p:nvSpPr>
        <p:spPr>
          <a:xfrm>
            <a:off x="6163056" y="4864702"/>
            <a:ext cx="2441088" cy="4749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defRPr/>
            </a:pPr>
            <a:r>
              <a:rPr lang="en-SG" sz="1500" b="1">
                <a:solidFill>
                  <a:srgbClr val="0B223F"/>
                </a:solidFill>
              </a:rPr>
              <a:t>GENERATION &amp; APPLICATION</a:t>
            </a: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500" b="1" i="0" u="none" strike="noStrike" kern="1200" cap="none" spc="0" normalizeH="0" baseline="0" noProof="0">
              <a:ln>
                <a:noFill/>
              </a:ln>
              <a:solidFill>
                <a:srgbClr val="0B223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DD94F9-E948-75DA-9357-5874332E1ABD}"/>
              </a:ext>
            </a:extLst>
          </p:cNvPr>
          <p:cNvSpPr txBox="1"/>
          <p:nvPr/>
        </p:nvSpPr>
        <p:spPr>
          <a:xfrm>
            <a:off x="6163056" y="5334627"/>
            <a:ext cx="2276856" cy="4760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lang="en-SG" sz="1150">
                <a:solidFill>
                  <a:srgbClr val="334155"/>
                </a:solidFill>
              </a:rPr>
              <a:t>Prompting &amp; agentic design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  <a:buClrTx/>
              <a:buSzTx/>
              <a:buFontTx/>
              <a:buNone/>
              <a:tabLst/>
              <a:defRPr/>
            </a:pPr>
            <a:endParaRPr kumimoji="0" sz="1150" b="0" i="0" u="none" strike="noStrike" kern="1200" cap="none" spc="0" normalizeH="0" baseline="0" noProof="0">
              <a:ln>
                <a:noFill/>
              </a:ln>
              <a:solidFill>
                <a:srgbClr val="33415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Rounded Rectangle 30">
            <a:extLst>
              <a:ext uri="{FF2B5EF4-FFF2-40B4-BE49-F238E27FC236}">
                <a16:creationId xmlns:a16="http://schemas.microsoft.com/office/drawing/2014/main" id="{63477672-2CED-EDE9-1321-5E242FB4E336}"/>
              </a:ext>
            </a:extLst>
          </p:cNvPr>
          <p:cNvSpPr/>
          <p:nvPr/>
        </p:nvSpPr>
        <p:spPr>
          <a:xfrm>
            <a:off x="8769096" y="4407502"/>
            <a:ext cx="2606400" cy="2176272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E8C0D0A-EF64-95D3-DDD8-E043FB910F5A}"/>
              </a:ext>
            </a:extLst>
          </p:cNvPr>
          <p:cNvSpPr/>
          <p:nvPr/>
        </p:nvSpPr>
        <p:spPr>
          <a:xfrm>
            <a:off x="8769096" y="4407502"/>
            <a:ext cx="2606040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0E5B115-4648-D98C-5C71-11C73C2E4541}"/>
              </a:ext>
            </a:extLst>
          </p:cNvPr>
          <p:cNvSpPr txBox="1"/>
          <p:nvPr/>
        </p:nvSpPr>
        <p:spPr>
          <a:xfrm>
            <a:off x="8933688" y="4608670"/>
            <a:ext cx="22768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1D178D-3F75-D5C0-8CA0-514D3D31F107}"/>
              </a:ext>
            </a:extLst>
          </p:cNvPr>
          <p:cNvSpPr txBox="1"/>
          <p:nvPr/>
        </p:nvSpPr>
        <p:spPr>
          <a:xfrm>
            <a:off x="8933688" y="4864702"/>
            <a:ext cx="2276856" cy="2325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>
              <a:lnSpc>
                <a:spcPct val="105000"/>
              </a:lnSpc>
              <a:defRPr/>
            </a:pPr>
            <a:r>
              <a:rPr lang="en-SG" sz="1500" b="1">
                <a:solidFill>
                  <a:srgbClr val="0B223F"/>
                </a:solidFill>
              </a:rPr>
              <a:t>EVALUATION &amp; TESTING</a:t>
            </a:r>
            <a:endParaRPr kumimoji="0" sz="1500" b="1" i="0" u="none" strike="noStrike" kern="1200" cap="none" spc="0" normalizeH="0" baseline="0" noProof="0">
              <a:ln>
                <a:noFill/>
              </a:ln>
              <a:solidFill>
                <a:srgbClr val="0B223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BE1F1FE-3259-5C69-6524-473462B6EC7F}"/>
              </a:ext>
            </a:extLst>
          </p:cNvPr>
          <p:cNvSpPr txBox="1"/>
          <p:nvPr/>
        </p:nvSpPr>
        <p:spPr>
          <a:xfrm>
            <a:off x="8933688" y="5334627"/>
            <a:ext cx="2276856" cy="10634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0">
              <a:lnSpc>
                <a:spcPct val="108000"/>
              </a:lnSpc>
              <a:spcAft>
                <a:spcPts val="800"/>
              </a:spcAft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lang="en-SG" sz="1150">
                <a:solidFill>
                  <a:srgbClr val="334155"/>
                </a:solidFill>
              </a:rPr>
              <a:t>Dataset &amp; metrics</a:t>
            </a:r>
          </a:p>
          <a:p>
            <a:pPr lvl="0">
              <a:lnSpc>
                <a:spcPct val="108000"/>
              </a:lnSpc>
              <a:spcAft>
                <a:spcPts val="800"/>
              </a:spcAft>
              <a:defRPr/>
            </a:pPr>
            <a:r>
              <a:rPr lang="en-SG" sz="1150" b="1">
                <a:solidFill>
                  <a:srgbClr val="17B5A6"/>
                </a:solidFill>
              </a:rPr>
              <a:t>▪  </a:t>
            </a:r>
            <a:r>
              <a:rPr lang="en-SG" sz="1150">
                <a:solidFill>
                  <a:srgbClr val="334155"/>
                </a:solidFill>
              </a:rPr>
              <a:t>Baseline vs. hybrid results</a:t>
            </a:r>
          </a:p>
          <a:p>
            <a:pPr lvl="0">
              <a:lnSpc>
                <a:spcPct val="108000"/>
              </a:lnSpc>
              <a:spcAft>
                <a:spcPts val="800"/>
              </a:spcAft>
              <a:defRPr/>
            </a:pPr>
            <a:r>
              <a:rPr lang="en-SG" sz="1150" b="1">
                <a:solidFill>
                  <a:srgbClr val="17B5A6"/>
                </a:solidFill>
              </a:rPr>
              <a:t>▪  </a:t>
            </a:r>
            <a:r>
              <a:rPr lang="en-SG" sz="1150">
                <a:solidFill>
                  <a:srgbClr val="334155"/>
                </a:solidFill>
              </a:rPr>
              <a:t>Failure analysis</a:t>
            </a:r>
          </a:p>
          <a:p>
            <a:pPr lvl="0">
              <a:lnSpc>
                <a:spcPct val="108000"/>
              </a:lnSpc>
              <a:spcAft>
                <a:spcPts val="800"/>
              </a:spcAft>
              <a:defRPr/>
            </a:pPr>
            <a:r>
              <a:rPr lang="en-SG" sz="1150" b="1">
                <a:solidFill>
                  <a:srgbClr val="17B5A6"/>
                </a:solidFill>
              </a:rPr>
              <a:t>▪  </a:t>
            </a:r>
            <a:r>
              <a:rPr lang="en-SG" sz="1150">
                <a:solidFill>
                  <a:srgbClr val="334155"/>
                </a:solidFill>
              </a:rPr>
              <a:t>Limitations &amp; lessons</a:t>
            </a:r>
            <a:endParaRPr kumimoji="0" sz="1150" b="0" i="0" u="none" strike="noStrike" kern="1200" cap="none" spc="0" normalizeH="0" baseline="0" noProof="0">
              <a:ln>
                <a:noFill/>
              </a:ln>
              <a:solidFill>
                <a:srgbClr val="33415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4A3DE90-3507-A07B-B327-59BA67C4E67C}"/>
              </a:ext>
            </a:extLst>
          </p:cNvPr>
          <p:cNvSpPr/>
          <p:nvPr/>
        </p:nvSpPr>
        <p:spPr>
          <a:xfrm>
            <a:off x="457200" y="6443697"/>
            <a:ext cx="2606400" cy="28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B603B3-4357-9B64-90C8-613B6F00F15A}"/>
              </a:ext>
            </a:extLst>
          </p:cNvPr>
          <p:cNvSpPr txBox="1"/>
          <p:nvPr/>
        </p:nvSpPr>
        <p:spPr>
          <a:xfrm>
            <a:off x="621792" y="6375727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Presenter: Xu </a:t>
            </a:r>
            <a:r>
              <a:rPr kumimoji="0" sz="1050" b="0" i="1" u="none" strike="noStrike" kern="1200" cap="none" spc="0" normalizeH="0" baseline="0" noProof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Hongming</a:t>
            </a:r>
            <a:endParaRPr kumimoji="0" sz="1050" b="0" i="1" u="none" strike="noStrike" kern="1200" cap="none" spc="0" normalizeH="0" baseline="0" noProof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8715C1F-141C-08AA-1F20-7C76106F81A5}"/>
              </a:ext>
            </a:extLst>
          </p:cNvPr>
          <p:cNvSpPr/>
          <p:nvPr/>
        </p:nvSpPr>
        <p:spPr>
          <a:xfrm>
            <a:off x="3227832" y="6443697"/>
            <a:ext cx="2606400" cy="28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399CE1-A1F4-D7E7-D8C4-2ED6D41619A7}"/>
              </a:ext>
            </a:extLst>
          </p:cNvPr>
          <p:cNvSpPr txBox="1"/>
          <p:nvPr/>
        </p:nvSpPr>
        <p:spPr>
          <a:xfrm>
            <a:off x="3392424" y="6477816"/>
            <a:ext cx="2276856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/>
            <a:r>
              <a:rPr kumimoji="0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Presenter: </a:t>
            </a:r>
            <a:r>
              <a:rPr lang="en-SG" sz="1050" i="1">
                <a:solidFill>
                  <a:srgbClr val="64748B"/>
                </a:solidFill>
              </a:rPr>
              <a:t>Maxton Huang</a:t>
            </a:r>
            <a:endParaRPr kumimoji="0" sz="1050" b="0" i="1" u="none" strike="noStrike" kern="1200" cap="none" spc="0" normalizeH="0" baseline="0" noProof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08EF38B-6EEE-F0F2-72DF-5918DE2C1718}"/>
              </a:ext>
            </a:extLst>
          </p:cNvPr>
          <p:cNvSpPr/>
          <p:nvPr/>
        </p:nvSpPr>
        <p:spPr>
          <a:xfrm>
            <a:off x="5998464" y="6443697"/>
            <a:ext cx="2606400" cy="28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3A596D-6310-D1B6-6E60-A3825F2602A3}"/>
              </a:ext>
            </a:extLst>
          </p:cNvPr>
          <p:cNvSpPr txBox="1"/>
          <p:nvPr/>
        </p:nvSpPr>
        <p:spPr>
          <a:xfrm>
            <a:off x="6163056" y="6375727"/>
            <a:ext cx="22768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Presenter: Goh Hui Min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DEE62FC-2F1A-3FD8-600A-848814089FB9}"/>
              </a:ext>
            </a:extLst>
          </p:cNvPr>
          <p:cNvSpPr/>
          <p:nvPr/>
        </p:nvSpPr>
        <p:spPr>
          <a:xfrm>
            <a:off x="8769096" y="6443697"/>
            <a:ext cx="2606400" cy="28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6BA2EFE-EA4A-ADD2-8F72-9543445DF278}"/>
              </a:ext>
            </a:extLst>
          </p:cNvPr>
          <p:cNvSpPr txBox="1"/>
          <p:nvPr/>
        </p:nvSpPr>
        <p:spPr>
          <a:xfrm>
            <a:off x="8933688" y="6477816"/>
            <a:ext cx="2276856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Presenter: </a:t>
            </a:r>
            <a:r>
              <a:rPr kumimoji="0" lang="en-SG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Jony Ling</a:t>
            </a:r>
            <a:endParaRPr kumimoji="0" sz="1050" b="0" i="1" u="none" strike="noStrike" kern="1200" cap="none" spc="0" normalizeH="0" baseline="0" noProof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1 OF 4 · DATA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Problem &amp; Intended Users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6309360" cy="2891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it's for — </a:t>
            </a:r>
            <a:r>
              <a:rPr lang="en-US" sz="1500">
                <a:solidFill>
                  <a:srgbClr val="334155"/>
                </a:solidFill>
                <a:latin typeface="Calibri"/>
              </a:rPr>
              <a:t>Singaporean residents — or people helping them, like social workers or family members, who need a plain-language answer to “Am I eligible for X?” or “What am I entitled to?”</a:t>
            </a:r>
          </a:p>
          <a:p>
            <a:pPr>
              <a:lnSpc>
                <a:spcPct val="108000"/>
              </a:lnSpc>
              <a:spcAft>
                <a:spcPts val="1600"/>
              </a:spcAft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problem — </a:t>
            </a:r>
            <a:r>
              <a:rPr lang="en-US" sz="1500">
                <a:solidFill>
                  <a:srgbClr val="334155"/>
                </a:solidFill>
                <a:latin typeface="Calibri"/>
              </a:rPr>
              <a:t>Information regarding eligibility policies and entitlement amounts are scattered across different sources with dozens of official PDFs, infographics and explainer videos. It's slow to search and easy to misread a condition.</a:t>
            </a:r>
          </a:p>
          <a:p>
            <a:pPr>
              <a:lnSpc>
                <a:spcPct val="108000"/>
              </a:lnSpc>
              <a:spcAft>
                <a:spcPts val="1600"/>
              </a:spcAft>
              <a:defRPr/>
            </a:pP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5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Our answer — </a:t>
            </a:r>
            <a:r>
              <a:rPr lang="en-US" sz="1500">
                <a:solidFill>
                  <a:srgbClr val="334155"/>
                </a:solidFill>
                <a:latin typeface="Calibri"/>
              </a:rPr>
              <a:t>A RAG assistant that retrieves the right passage, generates a grounded response, and always shows the source, in two modes: General Q&amp;A and a Personal Eligibility Shortlist.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1828800"/>
            <a:ext cx="4709160" cy="4160520"/>
          </a:xfrm>
          <a:prstGeom prst="roundRect">
            <a:avLst>
              <a:gd name="adj" fmla="val 5000"/>
            </a:avLst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0" y="2103120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QUESTION WE SET OUT TO ANSWER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2606040"/>
            <a:ext cx="4160520" cy="13329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  <a:defRPr/>
            </a:pPr>
            <a:r>
              <a:rPr kumimoji="0" sz="17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“How effectively can our system retrieve the right evidence and produce a grounded, attributable answer </a:t>
            </a:r>
            <a:r>
              <a:rPr lang="en-US" sz="1700" i="1">
                <a:solidFill>
                  <a:srgbClr val="FFFFFF"/>
                </a:solidFill>
                <a:latin typeface="Calibri"/>
              </a:rPr>
              <a:t>to help shape the future of Singapore</a:t>
            </a:r>
            <a:r>
              <a:rPr kumimoji="0" sz="1700" b="0" i="1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5074920"/>
            <a:ext cx="502920" cy="3657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0" y="5212080"/>
            <a:ext cx="4160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1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Answered with evidence in Part 3: retrieval metrics, answer-quality rubric, and 4 named failure cases.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1 OF 4 · DATA &amp; INGESTION  ·  ~1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1 OF 4 · DATA &amp;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Knowledge Base &amp; Chunking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793B15-8A70-6A59-9A88-54AE9A4E3B7B}"/>
              </a:ext>
            </a:extLst>
          </p:cNvPr>
          <p:cNvGrpSpPr/>
          <p:nvPr/>
        </p:nvGrpSpPr>
        <p:grpSpPr>
          <a:xfrm>
            <a:off x="457200" y="1794078"/>
            <a:ext cx="1860516" cy="914400"/>
            <a:chOff x="457200" y="1783080"/>
            <a:chExt cx="2148840" cy="914400"/>
          </a:xfrm>
        </p:grpSpPr>
        <p:sp>
          <p:nvSpPr>
            <p:cNvPr id="6" name="Rounded Rectangle 5"/>
            <p:cNvSpPr/>
            <p:nvPr/>
          </p:nvSpPr>
          <p:spPr>
            <a:xfrm>
              <a:off x="457200" y="1783080"/>
              <a:ext cx="2148840" cy="914400"/>
            </a:xfrm>
            <a:prstGeom prst="roundRect">
              <a:avLst>
                <a:gd name="adj" fmla="val 8000"/>
              </a:avLst>
            </a:prstGeom>
            <a:solidFill>
              <a:srgbClr val="0B22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57200" y="1874520"/>
              <a:ext cx="214884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600" b="1" i="0" u="none" strike="noStrike" kern="1200" cap="none" spc="0" normalizeH="0" baseline="0" noProof="0">
                  <a:ln>
                    <a:noFill/>
                  </a:ln>
                  <a:solidFill>
                    <a:srgbClr val="17B5A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385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57200" y="2350008"/>
              <a:ext cx="214884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source documents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C43D658-78CE-7C48-36A3-EC59D0BBAF8A}"/>
              </a:ext>
            </a:extLst>
          </p:cNvPr>
          <p:cNvGrpSpPr/>
          <p:nvPr/>
        </p:nvGrpSpPr>
        <p:grpSpPr>
          <a:xfrm>
            <a:off x="2674884" y="1794078"/>
            <a:ext cx="1860516" cy="914400"/>
            <a:chOff x="2743200" y="1783080"/>
            <a:chExt cx="2148840" cy="914400"/>
          </a:xfrm>
        </p:grpSpPr>
        <p:sp>
          <p:nvSpPr>
            <p:cNvPr id="9" name="Rounded Rectangle 8"/>
            <p:cNvSpPr/>
            <p:nvPr/>
          </p:nvSpPr>
          <p:spPr>
            <a:xfrm>
              <a:off x="2743200" y="1783080"/>
              <a:ext cx="2148840" cy="914400"/>
            </a:xfrm>
            <a:prstGeom prst="roundRect">
              <a:avLst>
                <a:gd name="adj" fmla="val 8000"/>
              </a:avLst>
            </a:prstGeom>
            <a:solidFill>
              <a:srgbClr val="0B22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743200" y="1874520"/>
              <a:ext cx="214884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600" b="1" i="0" u="none" strike="noStrike" kern="1200" cap="none" spc="0" normalizeH="0" baseline="0" noProof="0">
                  <a:ln>
                    <a:noFill/>
                  </a:ln>
                  <a:solidFill>
                    <a:srgbClr val="17B5A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1,809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743200" y="2350008"/>
              <a:ext cx="214884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chunks in </a:t>
              </a:r>
              <a:r>
                <a:rPr kumimoji="0" sz="1050" b="0" i="0" u="none" strike="noStrike" kern="1200" cap="none" spc="0" normalizeH="0" baseline="0" noProof="0" err="1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ChromaDB</a:t>
              </a:r>
              <a:endParaRPr kumimoji="0" sz="105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A03C024-CEE5-FE2C-3231-B3CF86EB0FDA}"/>
              </a:ext>
            </a:extLst>
          </p:cNvPr>
          <p:cNvGrpSpPr/>
          <p:nvPr/>
        </p:nvGrpSpPr>
        <p:grpSpPr>
          <a:xfrm>
            <a:off x="4892569" y="1794078"/>
            <a:ext cx="1860516" cy="914400"/>
            <a:chOff x="5029200" y="1783080"/>
            <a:chExt cx="2148840" cy="914400"/>
          </a:xfrm>
        </p:grpSpPr>
        <p:sp>
          <p:nvSpPr>
            <p:cNvPr id="12" name="Rounded Rectangle 11"/>
            <p:cNvSpPr/>
            <p:nvPr/>
          </p:nvSpPr>
          <p:spPr>
            <a:xfrm>
              <a:off x="5029200" y="1783080"/>
              <a:ext cx="2148840" cy="914400"/>
            </a:xfrm>
            <a:prstGeom prst="roundRect">
              <a:avLst>
                <a:gd name="adj" fmla="val 8000"/>
              </a:avLst>
            </a:prstGeom>
            <a:solidFill>
              <a:srgbClr val="0B22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029200" y="1874520"/>
              <a:ext cx="2148840" cy="4572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2600" b="1" i="0" u="none" strike="noStrike" kern="1200" cap="none" spc="0" normalizeH="0" baseline="0" noProof="0">
                  <a:ln>
                    <a:noFill/>
                  </a:ln>
                  <a:solidFill>
                    <a:srgbClr val="17B5A6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029200" y="2350008"/>
              <a:ext cx="2148840" cy="32004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sz="105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modalities used</a:t>
              </a:r>
            </a:p>
          </p:txBody>
        </p:sp>
      </p:grp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2880360"/>
          <a:ext cx="63093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43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Modality</a:t>
                      </a:r>
                    </a:p>
                  </a:txBody>
                  <a:tcPr marL="73152" marT="36576" marB="36576" anchor="ctr">
                    <a:solidFill>
                      <a:srgbClr val="0B22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Chunks</a:t>
                      </a:r>
                    </a:p>
                  </a:txBody>
                  <a:tcPr marL="73152" marT="36576" marB="36576" anchor="ctr">
                    <a:solidFill>
                      <a:srgbClr val="0B22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it's processed</a:t>
                      </a:r>
                    </a:p>
                  </a:txBody>
                  <a:tcPr marL="73152" marT="36576" marB="36576" anchor="ctr">
                    <a:solidFill>
                      <a:srgbClr val="0B2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23F"/>
                          </a:solidFill>
                          <a:latin typeface="Calibri"/>
                        </a:rPr>
                        <a:t>Text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1,768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PDF/HTML scheme pages, extracted via pypdf / pdfplumber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23F"/>
                          </a:solidFill>
                          <a:latin typeface="Calibri"/>
                        </a:rPr>
                        <a:t>Image</a:t>
                      </a:r>
                    </a:p>
                  </a:txBody>
                  <a:tcPr marL="73152" marT="36576" marB="36576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73152" marT="36576" marB="36576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Eligibility infographics, OCR'd via pytesseract</a:t>
                      </a:r>
                    </a:p>
                  </a:txBody>
                  <a:tcPr marL="73152" marT="36576" marB="36576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B223F"/>
                          </a:solidFill>
                          <a:latin typeface="Calibri"/>
                        </a:rPr>
                        <a:t>Video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>
                          <a:solidFill>
                            <a:srgbClr val="334155"/>
                          </a:solidFill>
                          <a:latin typeface="Calibri"/>
                        </a:rPr>
                        <a:t>Scheme explainer videos, transcribed via Gemini multimodal</a:t>
                      </a:r>
                    </a:p>
                  </a:txBody>
                  <a:tcPr marL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040880" y="2834640"/>
            <a:ext cx="4709160" cy="2346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Structure-aware chunking packs whole paragraphs up to 350 words — never splitting mid-paragraph, so an eligibility condition list stays intact.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Only an oversized single paragraph falls back to fixed 350-word chunks with 50-word overlap.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Enhancement implemented as contextual aware chunking, using a separate LLM</a:t>
            </a:r>
            <a:r>
              <a:rPr lang="en-US" sz="1300">
                <a:solidFill>
                  <a:srgbClr val="334155"/>
                </a:solidFill>
                <a:latin typeface="Calibri"/>
              </a:rPr>
              <a:t> </a:t>
            </a:r>
            <a:r>
              <a:rPr lang="en-US" sz="1300">
                <a:solidFill>
                  <a:srgbClr val="334155"/>
                </a:solidFill>
                <a:ea typeface="+mn-lt"/>
                <a:cs typeface="+mn-lt"/>
              </a:rPr>
              <a:t>to include a brief location tag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ea typeface="+mn-lt"/>
                <a:cs typeface="+mn-lt"/>
              </a:rPr>
              <a:t> to </a:t>
            </a:r>
            <a:r>
              <a:rPr lang="en-US" sz="1300">
                <a:solidFill>
                  <a:srgbClr val="334155"/>
                </a:solidFill>
                <a:ea typeface="+mn-lt"/>
                <a:cs typeface="+mn-lt"/>
              </a:rPr>
              <a:t>each 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ea typeface="+mn-lt"/>
                <a:cs typeface="+mn-lt"/>
              </a:rPr>
              <a:t>chunk </a:t>
            </a:r>
            <a:r>
              <a:rPr lang="en-US" sz="1300">
                <a:solidFill>
                  <a:srgbClr val="334155"/>
                </a:solidFill>
                <a:ea typeface="+mn-lt"/>
                <a:cs typeface="+mn-lt"/>
              </a:rPr>
              <a:t>before embedding it</a:t>
            </a:r>
            <a:r>
              <a:rPr lang="en-US" sz="1300">
                <a:solidFill>
                  <a:srgbClr val="334155"/>
                </a:solidFill>
                <a:latin typeface="Calibri"/>
              </a:rPr>
              <a:t> </a:t>
            </a:r>
            <a:r>
              <a:rPr kumimoji="0" lang="en-US" sz="13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— verified 100% coverage on the current index: all 1,809/1,809 chunks contextualized, 0 fallbacks.</a:t>
            </a:r>
            <a:endParaRPr lang="en-US" sz="1300" b="0" i="0" u="none" strike="noStrike" kern="1200" cap="none" spc="0" normalizeH="0" baseline="0" noProof="0">
              <a:ln>
                <a:noFill/>
              </a:ln>
              <a:solidFill>
                <a:srgbClr val="334155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57200" y="4892040"/>
            <a:ext cx="6223686" cy="4105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this chunking fits: eligibility rules live in short, self-contained condition lists — paragraph-aware packing keeps a scheme's full criteria in one retrievable unit rather than fragmenting it.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1 OF 4 · DATA &amp; INGESTION  ·  ~1.5 min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8302959-A7AD-16C8-9022-64B55C10A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4741" y="322028"/>
            <a:ext cx="5284749" cy="2476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827B2B4-0D82-4061-1576-F8832AB81972}"/>
              </a:ext>
            </a:extLst>
          </p:cNvPr>
          <p:cNvSpPr/>
          <p:nvPr/>
        </p:nvSpPr>
        <p:spPr>
          <a:xfrm>
            <a:off x="5778803" y="2146554"/>
            <a:ext cx="3566161" cy="2598441"/>
          </a:xfrm>
          <a:prstGeom prst="rect">
            <a:avLst/>
          </a:prstGeom>
          <a:solidFill>
            <a:srgbClr val="17B5A6">
              <a:alpha val="30000"/>
            </a:srgbClr>
          </a:solidFill>
          <a:ln w="28575">
            <a:solidFill>
              <a:srgbClr val="17B5A6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2 OF 4 ·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System Architecture</a:t>
            </a:r>
            <a:r>
              <a:rPr kumimoji="0" lang="en-SG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– Components</a:t>
            </a:r>
            <a:endParaRPr kumimoji="0" sz="2800" b="1" i="0" u="none" strike="noStrike" kern="1200" cap="none" spc="0" normalizeH="0" baseline="0" noProof="0">
              <a:ln>
                <a:noFill/>
              </a:ln>
              <a:solidFill>
                <a:srgbClr val="0B223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850136"/>
            <a:ext cx="1822701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Static Frontend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HTML / CSS / JS — no build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3472" y="1850136"/>
            <a:ext cx="2651760" cy="777240"/>
          </a:xfrm>
          <a:prstGeom prst="roundRect">
            <a:avLst>
              <a:gd name="adj" fmla="val 10000"/>
            </a:avLst>
          </a:prstGeom>
          <a:solidFill>
            <a:srgbClr val="0B223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FastAPI</a:t>
            </a: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Backend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</a:t>
            </a:r>
            <a:r>
              <a:rPr kumimoji="0" sz="950" b="0" i="0" u="none" strike="noStrike" kern="1200" cap="none" spc="0" normalizeH="0" baseline="0" noProof="0" err="1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api</a:t>
            </a: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/query · /</a:t>
            </a:r>
            <a:r>
              <a:rPr kumimoji="0" sz="950" b="0" i="0" u="none" strike="noStrike" kern="1200" cap="none" spc="0" normalizeH="0" baseline="0" noProof="0" err="1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api</a:t>
            </a: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/profile-query · /</a:t>
            </a:r>
            <a:r>
              <a:rPr kumimoji="0" sz="950" b="0" i="0" u="none" strike="noStrike" kern="1200" cap="none" spc="0" normalizeH="0" baseline="0" noProof="0" err="1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api</a:t>
            </a: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/config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68535" y="1850136"/>
            <a:ext cx="1155496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SG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Answer &amp; Sources</a:t>
            </a:r>
            <a:endParaRPr kumimoji="0" sz="950" b="0" i="0" u="none" strike="noStrike" kern="1200" cap="none" spc="0" normalizeH="0" baseline="0" noProof="0">
              <a:ln>
                <a:noFill/>
              </a:ln>
              <a:solidFill>
                <a:srgbClr val="64748B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778803" y="1860423"/>
            <a:ext cx="3566160" cy="756666"/>
          </a:xfrm>
          <a:prstGeom prst="roundRect">
            <a:avLst>
              <a:gd name="adj" fmla="val 10000"/>
            </a:avLst>
          </a:prstGeom>
          <a:solidFill>
            <a:srgbClr val="17B5A6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RagIndex</a:t>
            </a:r>
            <a:endParaRPr kumimoji="0" sz="13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E8F9F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Chroma collection + BM25 index + chunk records + embedder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10072" y="2853308"/>
            <a:ext cx="16142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err="1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ChromaDB</a:t>
            </a:r>
            <a:endParaRPr kumimoji="0" sz="1300" b="1" i="0" u="none" strike="noStrike" kern="1200" cap="none" spc="0" normalizeH="0" baseline="0" noProof="0">
              <a:ln>
                <a:noFill/>
              </a:ln>
              <a:solidFill>
                <a:srgbClr val="0B223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dense vectors, BAAI/bge-m3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32932" y="3816096"/>
            <a:ext cx="16142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BM25 Index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keyword / sparse search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05370" y="3816096"/>
            <a:ext cx="16142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Pluggable LLM Client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Gemini ↔ Groq ↔ OpenAI, auto fallback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05370" y="2839974"/>
            <a:ext cx="161422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data/chroma/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metadata.jsonl · persisted vector store</a:t>
            </a:r>
          </a:p>
        </p:txBody>
      </p:sp>
      <p:cxnSp>
        <p:nvCxnSpPr>
          <p:cNvPr id="14" name="Connector 13"/>
          <p:cNvCxnSpPr>
            <a:cxnSpLocks/>
          </p:cNvCxnSpPr>
          <p:nvPr/>
        </p:nvCxnSpPr>
        <p:spPr>
          <a:xfrm flipV="1">
            <a:off x="0" y="2042160"/>
            <a:ext cx="0" cy="393192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0" y="2606040"/>
            <a:ext cx="0" cy="4572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0" y="4114800"/>
            <a:ext cx="0" cy="4572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0" y="4114800"/>
            <a:ext cx="0" cy="45720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7952" y="5196840"/>
            <a:ext cx="11247120" cy="46660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LLM client is pluggable (Gemini / </a:t>
            </a:r>
            <a:r>
              <a:rPr kumimoji="0" sz="1200" b="0" i="0" u="none" strike="noStrike" kern="1200" cap="none" spc="0" normalizeH="0" baseline="0" noProof="0" err="1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Groq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/ OpenAI) with automatic fallback across providers on a rate-limit or quota error.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</a:t>
            </a:r>
            <a:r>
              <a:rPr kumimoji="0" lang="en-SG" sz="1200" b="0" i="0" u="none" strike="noStrike" kern="1200" cap="none" spc="0" normalizeH="0" baseline="0" noProof="0" err="1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Gradio</a:t>
            </a: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app imports the same retrieval + generation modules, so it stays behaviorally identical as a low-risk demo-day backup.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2 OF 4 · RETRIEVAL  ·  ~1 min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2F199D5-BD09-F737-A086-9DB30B52E9FA}"/>
              </a:ext>
            </a:extLst>
          </p:cNvPr>
          <p:cNvCxnSpPr>
            <a:cxnSpLocks/>
          </p:cNvCxnSpPr>
          <p:nvPr/>
        </p:nvCxnSpPr>
        <p:spPr>
          <a:xfrm>
            <a:off x="5355232" y="2233613"/>
            <a:ext cx="42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5E136E8-FFB8-1589-BB33-6794A5171816}"/>
              </a:ext>
            </a:extLst>
          </p:cNvPr>
          <p:cNvCxnSpPr>
            <a:cxnSpLocks/>
          </p:cNvCxnSpPr>
          <p:nvPr/>
        </p:nvCxnSpPr>
        <p:spPr>
          <a:xfrm>
            <a:off x="2279901" y="2237041"/>
            <a:ext cx="42357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E23B892-5B01-F92C-C6CD-8BE31DD7025B}"/>
              </a:ext>
            </a:extLst>
          </p:cNvPr>
          <p:cNvCxnSpPr>
            <a:cxnSpLocks/>
          </p:cNvCxnSpPr>
          <p:nvPr/>
        </p:nvCxnSpPr>
        <p:spPr>
          <a:xfrm>
            <a:off x="9344963" y="2224279"/>
            <a:ext cx="4235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277"/>
                </a:solidFill>
                <a:latin typeface="Calibri"/>
              </a:rPr>
              <a:t>PART 2 OF 4 ·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223F"/>
                </a:solidFill>
                <a:latin typeface="Calibri"/>
              </a:rPr>
              <a:t>System Architecture — Request Lifecycle &amp; Reliability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Frontend
POSTs
/api/query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23160" y="2271860"/>
            <a:ext cx="164592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87752" y="178308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FastAPI
Depends()
resolves deps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53712" y="2271860"/>
            <a:ext cx="164592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718304" y="178308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RagIndex
retrieval
(dense/hybrid)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684264" y="2271860"/>
            <a:ext cx="164592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48856" y="178308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Generation
pipeline
(agent stages)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814816" y="2271860"/>
            <a:ext cx="164592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979408" y="1783080"/>
            <a:ext cx="1965960" cy="914400"/>
          </a:xfrm>
          <a:prstGeom prst="roundRect">
            <a:avLst>
              <a:gd name="adj" fmla="val 14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Grounded
answer +
citations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83464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Calibri"/>
              </a:rPr>
              <a:t>On any failure, the caller gets a clear HTTP status — 503 (index missing / all LLM providers exhausted) or 502 (malformed shortlist JSON) — never a bare 500.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9184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5486400" cy="457200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2918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AUTOMATIC LLM PROVIDER FALLBACK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886200"/>
            <a:ext cx="512064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get_llm_clients() builds an ordered list: the configured LLM_PROVIDER first, then the other two — skipping any without an API key.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A rate-limit or quota error on one provider falls through to the next in the same request; a 503 only surfaces once every configured provider has failed.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Not a retry loop — one fixed pass across distinct providers, so a quota outage on one provider (e.g. Groq's daily cap) doesn't take the assistant down.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Covered by dependency-override tests: a rate-limited first client + a working second client still returns 200 with a grounded answer.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29184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17920" y="3291840"/>
            <a:ext cx="5486400" cy="457200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2918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ZERO-DOWNTIME INDEX REBUILDS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886200"/>
            <a:ext cx="5120640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A full re-ingest writes the new Chroma index to a staging directory, not the live path — the running app keeps serving the old index throughout the rebuild.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swap_in_new_chroma_index() atomically swaps staging → live only once the new index is fully built and verified.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A gc.collect() releases chromadb's SQLite handle before the swap — needed on Windows, which locks open file handles that a plain rename would otherwise fail on.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150" b="1">
                <a:solidFill>
                  <a:srgbClr val="17B5A6"/>
                </a:solidFill>
                <a:latin typeface="Calibri"/>
              </a:rPr>
              <a:t>▪  </a:t>
            </a:r>
            <a:r>
              <a:rPr sz="1150">
                <a:solidFill>
                  <a:srgbClr val="334155"/>
                </a:solidFill>
                <a:latin typeface="Calibri"/>
              </a:rPr>
              <a:t>The static /media/images mount is scoped to that one subtree, not all of data/raw/ — source PDFs and videos are never exposed as arbitrary downloads.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8C9DA"/>
                </a:solidFill>
                <a:latin typeface="Calibri"/>
              </a:rPr>
              <a:t>PART 2 OF 4 · RETRIEVAL  ·  ~0.75 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277"/>
                </a:solidFill>
                <a:latin typeface="Calibri"/>
              </a:rPr>
              <a:t>PART 2 OF 4 ·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223F"/>
                </a:solidFill>
                <a:latin typeface="Calibri"/>
              </a:rPr>
              <a:t>Retrieval Design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783080"/>
            <a:ext cx="603504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00" b="1">
                <a:solidFill>
                  <a:srgbClr val="17B5A6"/>
                </a:solidFill>
                <a:latin typeface="Calibri"/>
              </a:rPr>
              <a:t>▪  </a:t>
            </a:r>
            <a:r>
              <a:rPr sz="1400" b="1">
                <a:solidFill>
                  <a:srgbClr val="0B223F"/>
                </a:solidFill>
                <a:latin typeface="Calibri"/>
              </a:rPr>
              <a:t>Dense + hybrid retrieval — </a:t>
            </a:r>
            <a:r>
              <a:rPr sz="1400">
                <a:solidFill>
                  <a:srgbClr val="334155"/>
                </a:solidFill>
                <a:latin typeface="Calibri"/>
              </a:rPr>
              <a:t>BAAI/bge-m3 dense embeddings in Chroma; hybrid mode fuses BM25 keyword search via Reciprocal Rank Fusion (k=60).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00" b="1">
                <a:solidFill>
                  <a:srgbClr val="17B5A6"/>
                </a:solidFill>
                <a:latin typeface="Calibri"/>
              </a:rPr>
              <a:t>▪  </a:t>
            </a:r>
            <a:r>
              <a:rPr sz="1400" b="1">
                <a:solidFill>
                  <a:srgbClr val="0B223F"/>
                </a:solidFill>
                <a:latin typeface="Calibri"/>
              </a:rPr>
              <a:t>Two-layer abstention gate — </a:t>
            </a:r>
            <a:r>
              <a:rPr sz="1400">
                <a:solidFill>
                  <a:srgbClr val="334155"/>
                </a:solidFill>
                <a:latin typeface="Calibri"/>
              </a:rPr>
              <a:t>a similarity-threshold check (0.35) before the LLM is ever called, plus an in-prompt instruction to abstain when evidence is insufficient.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400" b="1">
                <a:solidFill>
                  <a:srgbClr val="17B5A6"/>
                </a:solidFill>
                <a:latin typeface="Calibri"/>
              </a:rPr>
              <a:t>▪  </a:t>
            </a:r>
            <a:r>
              <a:rPr sz="1400" b="1">
                <a:solidFill>
                  <a:srgbClr val="0B223F"/>
                </a:solidFill>
                <a:latin typeface="Calibri"/>
              </a:rPr>
              <a:t>Personal-profile re-ranking — </a:t>
            </a:r>
            <a:r>
              <a:rPr sz="1400">
                <a:solidFill>
                  <a:srgbClr val="334155"/>
                </a:solidFill>
                <a:latin typeface="Calibri"/>
              </a:rPr>
              <a:t>widens the candidate pool, deduplicates near-duplicate scheme variants by scheme stem (e.g. collapsing </a:t>
            </a:r>
            <a:r>
              <a:rPr sz="1400" err="1">
                <a:solidFill>
                  <a:srgbClr val="334155"/>
                </a:solidFill>
                <a:latin typeface="Calibri"/>
              </a:rPr>
              <a:t>ComCare</a:t>
            </a:r>
            <a:r>
              <a:rPr sz="1400">
                <a:solidFill>
                  <a:srgbClr val="334155"/>
                </a:solidFill>
                <a:latin typeface="Calibri"/>
              </a:rPr>
              <a:t> SMTA / Interim / LTA into one bucket), then diversifies results across the profile's inferred categories before the </a:t>
            </a:r>
            <a:r>
              <a:rPr sz="1400" err="1">
                <a:solidFill>
                  <a:srgbClr val="334155"/>
                </a:solidFill>
                <a:latin typeface="Calibri"/>
              </a:rPr>
              <a:t>top_k</a:t>
            </a:r>
            <a:r>
              <a:rPr sz="1400">
                <a:solidFill>
                  <a:srgbClr val="334155"/>
                </a:solidFill>
                <a:latin typeface="Calibri"/>
              </a:rPr>
              <a:t> cut.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1783080"/>
            <a:ext cx="489204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858000" y="1783080"/>
            <a:ext cx="4892040" cy="502920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0" y="1783080"/>
            <a:ext cx="4572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CONFIGURABLE RETRIEVAL PARAMETERS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2468880"/>
            <a:ext cx="452628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254203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155"/>
                </a:solidFill>
                <a:latin typeface="Calibri"/>
              </a:rPr>
              <a:t>top_k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0" y="2542032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E8277"/>
                </a:solidFill>
                <a:latin typeface="Calibri"/>
              </a:rP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0" y="2999232"/>
            <a:ext cx="452628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0" y="307238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155"/>
                </a:solidFill>
                <a:latin typeface="Calibri"/>
              </a:rPr>
              <a:t>similarity_threshold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0" y="3072384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E8277"/>
                </a:solidFill>
                <a:latin typeface="Calibri"/>
              </a:rPr>
              <a:t>0.35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40880" y="3529584"/>
            <a:ext cx="452628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0" y="360273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155"/>
                </a:solidFill>
                <a:latin typeface="Calibri"/>
              </a:rPr>
              <a:t>chunk size / overlap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3602736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E8277"/>
                </a:solidFill>
                <a:latin typeface="Calibri"/>
              </a:rPr>
              <a:t>350 / 50 words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4059936"/>
            <a:ext cx="452628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80" y="4133088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155"/>
                </a:solidFill>
                <a:latin typeface="Calibri"/>
              </a:rPr>
              <a:t>retrieval_mode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4133088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E8277"/>
                </a:solidFill>
                <a:latin typeface="Calibri"/>
              </a:rPr>
              <a:t>dense ↔ hybrid toggle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4590288"/>
            <a:ext cx="4526280" cy="18288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40880" y="46634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334155"/>
                </a:solidFill>
                <a:latin typeface="Calibri"/>
              </a:rPr>
              <a:t>RRF constant (k)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4663440"/>
            <a:ext cx="1874519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 i="0">
                <a:solidFill>
                  <a:srgbClr val="0E8277"/>
                </a:solidFill>
                <a:latin typeface="Calibri"/>
              </a:rPr>
              <a:t>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8C9DA"/>
                </a:solidFill>
                <a:latin typeface="Calibri"/>
              </a:rPr>
              <a:t>PART 2 OF 4 · RETRIEVAL  ·  ~1.5 min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</a:t>
            </a:r>
            <a:r>
              <a:rPr kumimoji="0" lang="en-SG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4 · GENERATION &amp;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Generation &amp; Prompting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
Rewrite</a:t>
            </a:r>
          </a:p>
        </p:txBody>
      </p:sp>
      <p:cxnSp>
        <p:nvCxnSpPr>
          <p:cNvPr id="7" name="Connector 6"/>
          <p:cNvCxnSpPr>
            <a:cxnSpLocks/>
          </p:cNvCxnSpPr>
          <p:nvPr/>
        </p:nvCxnSpPr>
        <p:spPr>
          <a:xfrm>
            <a:off x="2121408" y="1996951"/>
            <a:ext cx="128016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49424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Personal-
Situation
Router</a:t>
            </a:r>
          </a:p>
        </p:txBody>
      </p:sp>
      <p:cxnSp>
        <p:nvCxnSpPr>
          <p:cNvPr id="9" name="Connector 8"/>
          <p:cNvCxnSpPr>
            <a:cxnSpLocks/>
          </p:cNvCxnSpPr>
          <p:nvPr/>
        </p:nvCxnSpPr>
        <p:spPr>
          <a:xfrm>
            <a:off x="3913632" y="1996951"/>
            <a:ext cx="128016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041648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Profile
Extraction</a:t>
            </a:r>
          </a:p>
        </p:txBody>
      </p:sp>
      <p:cxnSp>
        <p:nvCxnSpPr>
          <p:cNvPr id="11" name="Connector 10"/>
          <p:cNvCxnSpPr>
            <a:cxnSpLocks/>
          </p:cNvCxnSpPr>
          <p:nvPr/>
        </p:nvCxnSpPr>
        <p:spPr>
          <a:xfrm>
            <a:off x="5705856" y="1996951"/>
            <a:ext cx="128016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33872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 dirty="0">
                <a:solidFill>
                  <a:srgbClr val="FFFFFF"/>
                </a:solidFill>
                <a:latin typeface="Calibri"/>
              </a:rPr>
              <a:t>Hybrid
Retrieval</a:t>
            </a:r>
          </a:p>
        </p:txBody>
      </p:sp>
      <p:cxnSp>
        <p:nvCxnSpPr>
          <p:cNvPr id="13" name="Connector 12"/>
          <p:cNvCxnSpPr>
            <a:cxnSpLocks/>
          </p:cNvCxnSpPr>
          <p:nvPr/>
        </p:nvCxnSpPr>
        <p:spPr>
          <a:xfrm>
            <a:off x="7498080" y="1996951"/>
            <a:ext cx="128016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626096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Shortlist /
Answer
Assessor</a:t>
            </a:r>
          </a:p>
        </p:txBody>
      </p:sp>
      <p:cxnSp>
        <p:nvCxnSpPr>
          <p:cNvPr id="15" name="Connector 14"/>
          <p:cNvCxnSpPr>
            <a:cxnSpLocks/>
          </p:cNvCxnSpPr>
          <p:nvPr/>
        </p:nvCxnSpPr>
        <p:spPr>
          <a:xfrm>
            <a:off x="9290304" y="1996951"/>
            <a:ext cx="128016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418320" y="1478477"/>
            <a:ext cx="1664208" cy="1051560"/>
          </a:xfrm>
          <a:prstGeom prst="roundRect">
            <a:avLst>
              <a:gd name="adj" fmla="val 12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Citation
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12917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Agentic stages between retrieval and the final answer — not a single prompt-and-response call.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498215"/>
            <a:ext cx="6035040" cy="22159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177800" marR="0" lvl="0" indent="-177800" algn="l" defTabSz="457200" rtl="0" eaLnBrk="1" fontAlgn="auto" latinLnBrk="0" hangingPunct="1">
              <a:spcBef>
                <a:spcPts val="0"/>
              </a:spcBef>
              <a:buClr>
                <a:srgbClr val="17B5A6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Prompt design</a:t>
            </a:r>
            <a:endParaRPr kumimoji="0" lang="en-SG" sz="1300" b="1" i="0" u="none" strike="noStrike" kern="1200" cap="none" spc="0" normalizeH="0" baseline="0" noProof="0" dirty="0">
              <a:ln>
                <a:noFill/>
              </a:ln>
              <a:solidFill>
                <a:srgbClr val="0B223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635000" lvl="1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model must answer using only the supplied context, cite every claim as [scheme, section/page], and use an exact fallback sentence when evidence is insufficient</a:t>
            </a:r>
            <a:endParaRPr kumimoji="0" lang="en-SG" sz="1300" b="0" i="0" u="none" strike="noStrike" kern="1200" cap="none" spc="0" normalizeH="0" baseline="0" noProof="0" dirty="0">
              <a:ln>
                <a:noFill/>
              </a:ln>
              <a:solidFill>
                <a:srgbClr val="334155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  <a:p>
            <a:pPr marL="177800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kumimoji="0" sz="1300" b="1" i="0" u="none" strike="noStrike" kern="1200" cap="none" spc="0" normalizeH="0" baseline="0" noProof="0" dirty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Deterministic grounding safeguard </a:t>
            </a:r>
            <a:endParaRPr lang="en-SG" sz="1300" b="1" dirty="0">
              <a:solidFill>
                <a:srgbClr val="0B223F"/>
              </a:solidFill>
              <a:latin typeface="Calibri"/>
            </a:endParaRPr>
          </a:p>
          <a:p>
            <a:pPr marL="635000" lvl="1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lang="en-SG" sz="1300" dirty="0">
                <a:solidFill>
                  <a:srgbClr val="334155"/>
                </a:solidFill>
                <a:latin typeface="Calibri"/>
              </a:rPr>
              <a:t>E</a:t>
            </a:r>
            <a:r>
              <a:rPr sz="1300" dirty="0" err="1">
                <a:solidFill>
                  <a:srgbClr val="334155"/>
                </a:solidFill>
                <a:latin typeface="Calibri"/>
              </a:rPr>
              <a:t>ligible</a:t>
            </a:r>
            <a:r>
              <a:rPr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 unclear / </a:t>
            </a:r>
            <a:r>
              <a:rPr kumimoji="0" sz="1300" b="0" i="0" u="none" strike="noStrike" kern="1200" cap="none" spc="0" normalizeH="0" baseline="0" noProof="0" dirty="0" err="1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not_assessed</a:t>
            </a:r>
            <a:r>
              <a:rPr kumimoji="0" sz="13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bucket for each scheme is derived in code from structured conditions — never taken from the model's own prose.</a:t>
            </a:r>
            <a:endParaRPr lang="en-SG" sz="1300" dirty="0">
              <a:solidFill>
                <a:srgbClr val="334155"/>
              </a:solidFill>
              <a:latin typeface="Calibri"/>
            </a:endParaRPr>
          </a:p>
          <a:p>
            <a:pPr marL="177800" lvl="1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lang="en-SG" sz="1300" b="1" dirty="0">
                <a:solidFill>
                  <a:srgbClr val="0B223F"/>
                </a:solidFill>
                <a:latin typeface="Calibri"/>
              </a:rPr>
              <a:t>SAFETY &amp; CITATIONS</a:t>
            </a:r>
          </a:p>
          <a:p>
            <a:pPr marL="635000" lvl="1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NRIC/FIN-shaped identifiers are redacted before any query reaches an LLM.</a:t>
            </a:r>
          </a:p>
          <a:p>
            <a:pPr marL="635000" lvl="1" indent="-177800">
              <a:buClr>
                <a:srgbClr val="17B5A6"/>
              </a:buClr>
              <a:buFont typeface="Arial" panose="020B0604020202020204" pitchFamily="34" charset="0"/>
              <a:buChar char="•"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Every citation is validated against the retrieved set before being shown to the resident.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4 OF 4 · GENERATION &amp; APPLICATION  ·  ~1.5 min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F68FDE0-4E3F-FA1D-FB5B-D4AB134C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6322" y="3127248"/>
            <a:ext cx="4513990" cy="29579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</a:t>
            </a:r>
            <a:r>
              <a:rPr kumimoji="0" lang="en-SG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4 · EVALUATION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Evaluation Dataset &amp;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Factual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F1–F3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59152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359152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359152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59152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Paraphrase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152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P1–P3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61104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261104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61104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61104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Multi-doc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1104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M1–M2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163056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163056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63056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Unanswerable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63056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U1–U2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65008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8065008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065008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65008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Ambiguous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A1–A2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66960" y="1828800"/>
            <a:ext cx="1810512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966960" y="1828800"/>
            <a:ext cx="1810512" cy="6400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966960" y="1993392"/>
            <a:ext cx="181051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239572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Personal profile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2670048"/>
            <a:ext cx="181051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PR1–PR3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200400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15-question test set · 8 hand-labelled with ground-truth chunk(s) for retrieval scoring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3703320"/>
            <a:ext cx="603504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3 retrieval measures — </a:t>
            </a: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Hit Rate, Recall@5, Mean Reciprocal Rank (MRR).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/>
            </a:pP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4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1 answer-quality measure — </a:t>
            </a:r>
            <a:r>
              <a:rPr kumimoji="0" sz="140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structured 0–2 rubric across Correctness, Faithfulness, Citation accuracy.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0" y="3703320"/>
            <a:ext cx="4892040" cy="2468880"/>
          </a:xfrm>
          <a:prstGeom prst="roundRect">
            <a:avLst>
              <a:gd name="adj" fmla="val 5000"/>
            </a:avLst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086600" y="3886200"/>
            <a:ext cx="4480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RUN CONFIG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4297680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9FB7C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42976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gpt-5.4-mini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86600" y="4736592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9FB7C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Embedding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4736592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BAAI/bge-m3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175504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9FB7C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top_k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5175504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5614416"/>
            <a:ext cx="1828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9FB7C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Query rewrite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5614416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off (isolates the retrieval-mode comparison)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3 OF 4 · EVALUATION &amp; TESTING  ·  ~1 min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</a:t>
            </a:r>
            <a:r>
              <a:rPr kumimoji="0" lang="en-SG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4 · EVALUATION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Baseline (Dense) vs. Improved (Hybrid)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783080"/>
          <a:ext cx="65836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3152" anchor="ctr">
                    <a:solidFill>
                      <a:srgbClr val="0B2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Dense</a:t>
                      </a:r>
                    </a:p>
                  </a:txBody>
                  <a:tcPr marL="73152" anchor="ctr">
                    <a:solidFill>
                      <a:srgbClr val="0B2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Hybrid</a:t>
                      </a:r>
                    </a:p>
                  </a:txBody>
                  <a:tcPr marL="73152" anchor="ctr">
                    <a:solidFill>
                      <a:srgbClr val="0B223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marL="73152" anchor="ctr">
                    <a:solidFill>
                      <a:srgbClr val="0B22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Hit rate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25.0%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37.5%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EA06B"/>
                          </a:solidFill>
                          <a:latin typeface="Calibri"/>
                        </a:rPr>
                        <a:t>+12.5 pp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18.8%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31.2%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EA06B"/>
                          </a:solidFill>
                          <a:latin typeface="Calibri"/>
                        </a:rPr>
                        <a:t>+12.5 pp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MRR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0.250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0.219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14B4B"/>
                          </a:solidFill>
                          <a:latin typeface="Calibri"/>
                        </a:rPr>
                        <a:t>−0.031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Correctness (mean)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1.27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1.40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EA06B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82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Faithfulness (mean)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1.47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D14B4B"/>
                          </a:solidFill>
                          <a:latin typeface="Calibri"/>
                        </a:rPr>
                        <a:t>−0.26</a:t>
                      </a:r>
                    </a:p>
                  </a:txBody>
                  <a:tcPr marL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8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B223F"/>
                          </a:solidFill>
                          <a:latin typeface="Calibri"/>
                        </a:rPr>
                        <a:t>Citation accuracy (mean)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1.80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solidFill>
                            <a:srgbClr val="334155"/>
                          </a:solidFill>
                          <a:latin typeface="Calibri"/>
                        </a:rPr>
                        <a:t>1.80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64748B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3152" anchor="ctr">
                    <a:solidFill>
                      <a:srgbClr val="F0F4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0" i="1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 = 8 labeled questions — small sample, read directionally.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1783080"/>
            <a:ext cx="443484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5200" y="1783080"/>
            <a:ext cx="4434840" cy="457200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498079" y="178308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42316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changed —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added BM25 keyword search fused with dense retrieval via Reciprocal Rank Fusion, to catch distinctive keywords/amounts dense embeddings dilute.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Problem it solves —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dense missed exact numeric/keyword matches (e.g. voucher amounts) buried in long passages.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improved —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Hit rate and Recall@5 (+12.5 pp each); Correctness rubric (+0.13).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got worse —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MRR (−0.031) and Faithfulness (−0.26) — hybrid answers more often but less strictly grounded.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00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Trade-off — </a:t>
            </a: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retrieves the right evidence more often, but is less strictly grounded when it does answer, and ranks correct hits slightly later on average.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3 OF 4 · EVALUATION &amp; TESTING  ·  ~1 min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</a:t>
            </a:r>
            <a:r>
              <a:rPr kumimoji="0" lang="en-SG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4 · EVALUATION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Failure Case Analysis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4864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82296" cy="2057400"/>
          </a:xfrm>
          <a:prstGeom prst="rect">
            <a:avLst/>
          </a:prstGeom>
          <a:solidFill>
            <a:srgbClr val="D1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D1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PR3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96596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Citizenship hallucination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Hybrid's reason text asserted “Singapore Citizen” for a profile explicitly marked PR — a generation/grounding failure, since bucket logic only reads structured conditions.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0760" y="1783080"/>
            <a:ext cx="54864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82296" cy="2057400"/>
          </a:xfrm>
          <a:prstGeom prst="rect">
            <a:avLst/>
          </a:prstGeom>
          <a:solidFill>
            <a:srgbClr val="E8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965960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E8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P1 / P2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196596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Paraphrase misrouting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532888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“my mother” / “working mum” tax questions were routed into the eligibility-shortlist path instead of IRAS Parent Relief / WMCR — a corpus gap plus an over-eager keyword router.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977639"/>
            <a:ext cx="54864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3977639"/>
            <a:ext cx="82296" cy="2057400"/>
          </a:xfrm>
          <a:prstGeom prst="rect">
            <a:avLst/>
          </a:prstGeom>
          <a:solidFill>
            <a:srgbClr val="E8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85800" y="4160519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E89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160519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Corpus-gap false positive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727447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stated the $80,000 tax relief cap from passages that only mention it in passing, versus dense's safer abstention.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977639"/>
            <a:ext cx="5486400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080760" y="3977639"/>
            <a:ext cx="82296" cy="2057400"/>
          </a:xfrm>
          <a:prstGeom prst="rect">
            <a:avLst/>
          </a:prstGeom>
          <a:solidFill>
            <a:srgbClr val="D1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309360" y="4160519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D1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160519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5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Under-grounded synthesis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27447"/>
            <a:ext cx="5029200" cy="1143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generated a plausible but only partially correct multi-document answer where dense abstained cleanly instead.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3 OF 4 · EVALUATION &amp; TESTING  ·  ~1 min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</a:t>
            </a:r>
            <a:r>
              <a:rPr kumimoji="0" lang="en-SG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4</a:t>
            </a:r>
            <a:r>
              <a:rPr kumimoji="0" sz="1150" b="1" i="0" u="none" strike="noStrike" kern="1200" cap="none" spc="0" normalizeH="0" baseline="0" noProof="0">
                <a:ln>
                  <a:noFill/>
                </a:ln>
                <a:solidFill>
                  <a:srgbClr val="0E827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 OF 4 · EVALUATION &amp;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Limitations &amp;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57200" y="1783080"/>
            <a:ext cx="5394960" cy="4480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783080"/>
            <a:ext cx="5394960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50" b="1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Small labelled eval set (8 of 15 questions).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50" b="1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Known corpus gaps: Parent Relief, WMCR.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50" b="1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Keyword-based intent router can misfire on paraphrase.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50" b="1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Shortlist reason text isn't cross-checked against the profile.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350" b="1" i="0" u="none" strike="noStrike" kern="1200" cap="none" spc="0" normalizeH="0" baseline="0" noProof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</a:t>
            </a:r>
            <a:r>
              <a:rPr kumimoji="0" sz="1350" b="0" i="0" u="none" strike="noStrike" kern="1200" cap="none" spc="0" normalizeH="0" baseline="0" noProof="0">
                <a:ln>
                  <a:noFill/>
                </a:ln>
                <a:solidFill>
                  <a:srgbClr val="334155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MRR regressed under hybrid retrieval.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783080"/>
            <a:ext cx="5715000" cy="4480560"/>
          </a:xfrm>
          <a:prstGeom prst="roundRect">
            <a:avLst>
              <a:gd name="adj" fmla="val 5000"/>
            </a:avLst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35040" y="1783080"/>
            <a:ext cx="5715000" cy="457200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0" y="178308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300" b="1" i="0" u="none" strike="noStrike" kern="1200" cap="none" spc="0" normalizeH="0" baseline="0" noProof="0">
                <a:ln>
                  <a:noFill/>
                </a:ln>
                <a:solidFill>
                  <a:srgbClr val="0B223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LESSONS LEARNED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534924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Lesson 1 —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E3EBF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hybrid retrieval trades some ranking precision and answer-faithfulness for meaningfully better coverage — worth it here, but the grounding gap needs a fix.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Lesson 2 —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E3EBF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deriving safety-critical logic (the eligible/unclear bucket) in code from structured fields caught bucket errors but not text-level contradictions — both layers need validation.</a:t>
            </a:r>
          </a:p>
          <a:p>
            <a:pPr marL="0" marR="0" lvl="0" indent="0" algn="l" defTabSz="4572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140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>
                <a:ln>
                  <a:noFill/>
                </a:ln>
                <a:solidFill>
                  <a:srgbClr val="17B5A6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▪  Lesson 3 — </a:t>
            </a: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E3EBF3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small, well-labelled failure cases taught us more than aggregate metrics alone — each pointed to a specific, fixable cause.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1200" cap="none" spc="0" normalizeH="0" baseline="0" noProof="0">
                <a:ln>
                  <a:noFill/>
                </a:ln>
                <a:solidFill>
                  <a:srgbClr val="B8C9D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PART 3 OF 4 · EVALUATION &amp; TESTING  ·  ~1.5 min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11480"/>
            <a:ext cx="1051560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SG" sz="1200" b="1" i="0">
                <a:solidFill>
                  <a:srgbClr val="17B5A6"/>
                </a:solidFill>
                <a:latin typeface="Calibri"/>
              </a:rPr>
              <a:t>Demo</a:t>
            </a:r>
            <a:endParaRPr sz="1200" b="1" i="0">
              <a:solidFill>
                <a:srgbClr val="17B5A6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1051560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800" b="1">
                <a:solidFill>
                  <a:srgbClr val="0B223F"/>
                </a:solidFill>
                <a:latin typeface="Calibri"/>
              </a:rPr>
              <a:t>Live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822960" cy="45720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205739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800" b="1">
                <a:solidFill>
                  <a:srgbClr val="0B223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011679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B5A6"/>
                </a:solidFill>
                <a:latin typeface="Calibri"/>
              </a:rPr>
              <a:t>General Q&amp;A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350007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“How much does each eligible Singaporean household get from CDC Vouchers?”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79191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8C9DA"/>
                </a:solidFill>
                <a:latin typeface="Calibri"/>
              </a:rPr>
              <a:t>Grounded answer with a [scheme, section] citation.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39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34747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800" b="1">
                <a:solidFill>
                  <a:srgbClr val="0B223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428999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B5A6"/>
                </a:solidFill>
                <a:latin typeface="Calibri"/>
              </a:rPr>
              <a:t>Personal Eligibility Shortlist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767327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Profile: Singapore Citizen, age 68, HDB flat, retired.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096511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8C9DA"/>
                </a:solidFill>
                <a:latin typeface="Calibri"/>
              </a:rPr>
              <a:t>Shortlist surfaces Silver Support and cost-of-living schemes as “Possibly eligible” with per-condition reasoning.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709159"/>
            <a:ext cx="11247120" cy="1234440"/>
          </a:xfrm>
          <a:prstGeom prst="roundRect">
            <a:avLst>
              <a:gd name="adj" fmla="val 6000"/>
            </a:avLst>
          </a:prstGeom>
          <a:solidFill>
            <a:srgbClr val="13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40080" y="489203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800" b="1">
                <a:solidFill>
                  <a:srgbClr val="0B223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846319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B5A6"/>
                </a:solidFill>
                <a:latin typeface="Calibri"/>
              </a:rPr>
              <a:t>Unanswerable Question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184647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FFFFFF"/>
                </a:solidFill>
                <a:latin typeface="Calibri"/>
              </a:rPr>
              <a:t>“Can I use my CDC Vouchers to pay my IRAS income tax bill?”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5513831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8C9DA"/>
                </a:solidFill>
                <a:latin typeface="Calibri"/>
              </a:rPr>
              <a:t>Correctly triggers the fallback message instead of guessing.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217919"/>
            <a:ext cx="11247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1">
                <a:solidFill>
                  <a:srgbClr val="E89B1C"/>
                </a:solidFill>
                <a:latin typeface="Calibri"/>
              </a:rPr>
              <a:t>[ Switch to the running application for the live walkthrough 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0B2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77724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B8C9DA"/>
                </a:solidFill>
                <a:latin typeface="Calibri"/>
              </a:rPr>
              <a:t>PART 4 OF 4 · GENERATION &amp; APPLICATION  ·  ~3 min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515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E8277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0B223F"/>
                </a:solidFill>
                <a:latin typeface="Calibri"/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60704"/>
            <a:ext cx="822960" cy="41148"/>
          </a:xfrm>
          <a:prstGeom prst="rect">
            <a:avLst/>
          </a:prstGeom>
          <a:solidFill>
            <a:srgbClr val="17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176054" cy="21582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500" b="1">
                <a:solidFill>
                  <a:srgbClr val="17B5A6"/>
                </a:solidFill>
                <a:latin typeface="Calibri"/>
              </a:rPr>
              <a:t>▪  </a:t>
            </a:r>
            <a:r>
              <a:rPr sz="1500">
                <a:solidFill>
                  <a:srgbClr val="334155"/>
                </a:solidFill>
                <a:latin typeface="Calibri"/>
              </a:rPr>
              <a:t>Ingest missing tax-relief documents (Parent Relief, WMCR, a consolidated reliefs overview).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500" b="1">
                <a:solidFill>
                  <a:srgbClr val="17B5A6"/>
                </a:solidFill>
                <a:latin typeface="Calibri"/>
              </a:rPr>
              <a:t>▪  </a:t>
            </a:r>
            <a:r>
              <a:rPr sz="1500">
                <a:solidFill>
                  <a:srgbClr val="334155"/>
                </a:solidFill>
                <a:latin typeface="Calibri"/>
              </a:rPr>
              <a:t>Add a post-generation consistency check between the shortlist's reason text and the structured profile.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500" b="1">
                <a:solidFill>
                  <a:srgbClr val="17B5A6"/>
                </a:solidFill>
                <a:latin typeface="Calibri"/>
              </a:rPr>
              <a:t>▪  </a:t>
            </a:r>
            <a:r>
              <a:rPr sz="1500">
                <a:solidFill>
                  <a:srgbClr val="334155"/>
                </a:solidFill>
                <a:latin typeface="Calibri"/>
              </a:rPr>
              <a:t>Expand the hand-labelled test set and allow multiple ground-truth chunks per question.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500" b="1">
                <a:solidFill>
                  <a:srgbClr val="17B5A6"/>
                </a:solidFill>
                <a:latin typeface="Calibri"/>
              </a:rPr>
              <a:t>▪  </a:t>
            </a:r>
            <a:r>
              <a:rPr sz="1500">
                <a:solidFill>
                  <a:srgbClr val="334155"/>
                </a:solidFill>
                <a:latin typeface="Calibri"/>
              </a:rPr>
              <a:t>Add a reranking stage to recover MRR without losing the Hit Rate / Recall@5 gains.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500" b="1">
                <a:solidFill>
                  <a:srgbClr val="17B5A6"/>
                </a:solidFill>
                <a:latin typeface="Calibri"/>
              </a:rPr>
              <a:t>▪  </a:t>
            </a:r>
            <a:r>
              <a:rPr sz="1500">
                <a:solidFill>
                  <a:srgbClr val="334155"/>
                </a:solidFill>
                <a:latin typeface="Calibri"/>
              </a:rPr>
              <a:t>Replace the keyword intent router with a small classifier or few-shot LLM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707" y="5511260"/>
            <a:ext cx="1785963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>
                <a:latin typeface="Calibri"/>
              </a:rPr>
              <a:t>Thank You</a:t>
            </a:r>
            <a:br>
              <a:rPr lang="en-SG" sz="2400" b="1" i="0">
                <a:latin typeface="Calibri"/>
              </a:rPr>
            </a:br>
            <a:r>
              <a:rPr lang="en-SG" sz="2400" i="1">
                <a:solidFill>
                  <a:srgbClr val="17B5A6"/>
                </a:solidFill>
              </a:rPr>
              <a:t>Questions?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30936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4748B"/>
                </a:solidFill>
                <a:latin typeface="Calibri"/>
              </a:rPr>
              <a:t>Industry Attachment Project Team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55448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SG Citizen Financial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>
                <a:solidFill>
                  <a:srgbClr val="B9CCE0"/>
                </a:solidFill>
              </a:rPr>
              <a:t>A Multimodal RAG Agent for Singapore Government Subsidy Schemes &amp; Tax Reliefs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4395755" cy="73866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Mini-Project: Build and Evaluate a Practical RAG Assistant </a:t>
            </a:r>
            <a:br>
              <a:rPr lang="en-SG" sz="1400">
                <a:solidFill>
                  <a:srgbClr val="FFFFFF"/>
                </a:solidFill>
              </a:rPr>
            </a:br>
            <a:r>
              <a:rPr lang="en-US" sz="1400" b="1">
                <a:solidFill>
                  <a:srgbClr val="17B5A6"/>
                </a:solidFill>
              </a:rPr>
              <a:t>Industry Attachment Project Team 2 </a:t>
            </a:r>
            <a:br>
              <a:rPr lang="en-US" sz="1400" b="1">
                <a:solidFill>
                  <a:srgbClr val="17B5A6"/>
                </a:solidFill>
              </a:rPr>
            </a:br>
            <a:r>
              <a:rPr lang="en-US" sz="1400">
                <a:solidFill>
                  <a:srgbClr val="FFFFFF"/>
                </a:solidFill>
              </a:rPr>
              <a:t>Xu </a:t>
            </a:r>
            <a:r>
              <a:rPr lang="en-US" sz="1400" err="1">
                <a:solidFill>
                  <a:srgbClr val="FFFFFF"/>
                </a:solidFill>
              </a:rPr>
              <a:t>Hongming</a:t>
            </a:r>
            <a:r>
              <a:rPr lang="en-US" sz="1400">
                <a:solidFill>
                  <a:srgbClr val="FFFFFF"/>
                </a:solidFill>
              </a:rPr>
              <a:t>, Jony Ling , Maxton Huang, Goh Hui Min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4EDE64-1333-02B6-67ED-75D7657913B6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381468" cy="492443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lang="en-US" sz="2600" b="1">
                <a:solidFill>
                  <a:srgbClr val="FFFFFF"/>
                </a:solidFill>
              </a:rPr>
              <a:t>AGENDA</a:t>
            </a:r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606040" cy="44805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06040" cy="1051560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PART 1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DATA &amp;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651760"/>
            <a:ext cx="22768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Problem &amp; Intended Users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Knowledge Base &amp; Chunking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029200"/>
            <a:ext cx="1451038" cy="26930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1150" i="1">
                <a:solidFill>
                  <a:srgbClr val="6B6B6B"/>
                </a:solidFill>
              </a:rPr>
              <a:t>Presenter: </a:t>
            </a:r>
            <a:r>
              <a:rPr lang="en-US" sz="1150" i="1" err="1">
                <a:solidFill>
                  <a:srgbClr val="6B6B6B"/>
                </a:solidFill>
              </a:rPr>
              <a:t>Hongming</a:t>
            </a:r>
            <a:endParaRPr lang="en-US" err="1"/>
          </a:p>
        </p:txBody>
      </p:sp>
      <p:sp>
        <p:nvSpPr>
          <p:cNvPr id="9" name="Rounded Rectangle 8"/>
          <p:cNvSpPr/>
          <p:nvPr/>
        </p:nvSpPr>
        <p:spPr>
          <a:xfrm>
            <a:off x="3319272" y="1417320"/>
            <a:ext cx="2606040" cy="44805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19272" y="1417320"/>
            <a:ext cx="2606040" cy="1051560"/>
          </a:xfrm>
          <a:prstGeom prst="round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PART 2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3864" y="2651760"/>
            <a:ext cx="22768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System Architecture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Retrieval Design Decisions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5029200"/>
            <a:ext cx="1098378" cy="26930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1150" i="1">
                <a:solidFill>
                  <a:srgbClr val="6B6B6B"/>
                </a:solidFill>
              </a:rPr>
              <a:t>Presenter: </a:t>
            </a:r>
            <a:r>
              <a:rPr lang="en-US" sz="1150" i="1">
                <a:solidFill>
                  <a:srgbClr val="6B6B6B"/>
                </a:solidFill>
              </a:rPr>
              <a:t>Max</a:t>
            </a:r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6089904" y="1417320"/>
            <a:ext cx="2606040" cy="44805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089904" y="1417320"/>
            <a:ext cx="2606040" cy="1051560"/>
          </a:xfrm>
          <a:prstGeom prst="round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PART 3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GENERATION &amp; APPLICATION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4496" y="2651760"/>
            <a:ext cx="22768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Generation &amp; Prompting Design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Live Demonstration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4496" y="5029200"/>
            <a:ext cx="1301959" cy="26930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1150" i="1">
                <a:solidFill>
                  <a:srgbClr val="6B6B6B"/>
                </a:solidFill>
              </a:rPr>
              <a:t>Presenter: </a:t>
            </a:r>
            <a:r>
              <a:rPr lang="en-US" sz="1150" i="1">
                <a:solidFill>
                  <a:srgbClr val="6B6B6B"/>
                </a:solidFill>
              </a:rPr>
              <a:t>Hui Min</a:t>
            </a:r>
            <a:endParaRPr lang="en-US"/>
          </a:p>
        </p:txBody>
      </p:sp>
      <p:sp>
        <p:nvSpPr>
          <p:cNvPr id="17" name="Rounded Rectangle 16"/>
          <p:cNvSpPr/>
          <p:nvPr/>
        </p:nvSpPr>
        <p:spPr>
          <a:xfrm>
            <a:off x="8860536" y="1417320"/>
            <a:ext cx="2606040" cy="44805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B269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860536" y="1417320"/>
            <a:ext cx="2606040" cy="1051560"/>
          </a:xfrm>
          <a:prstGeom prst="roundRect">
            <a:avLst/>
          </a:prstGeom>
          <a:solidFill>
            <a:srgbClr val="B2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PART 4</a:t>
            </a:r>
          </a:p>
          <a:p>
            <a:pPr algn="ctr"/>
            <a:r>
              <a:rPr sz="1100" b="1">
                <a:solidFill>
                  <a:srgbClr val="FFFFFF"/>
                </a:solidFill>
              </a:rPr>
              <a:t>EVALUATION &amp;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5128" y="2651760"/>
            <a:ext cx="227685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Evaluation, Results, Failure Analysis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222222"/>
                </a:solidFill>
              </a:rPr>
              <a:t>▪  Limitations, Lessons &amp; Next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5128" y="5029200"/>
            <a:ext cx="1095172" cy="269304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1150" i="1">
                <a:solidFill>
                  <a:srgbClr val="6B6B6B"/>
                </a:solidFill>
              </a:rPr>
              <a:t>Presenter: </a:t>
            </a:r>
            <a:r>
              <a:rPr lang="en-US" sz="1150" i="1">
                <a:solidFill>
                  <a:srgbClr val="6B6B6B"/>
                </a:solidFill>
              </a:rPr>
              <a:t>Jony</a:t>
            </a:r>
            <a:endParaRPr lang="en-US" sz="1150" i="1">
              <a:solidFill>
                <a:srgbClr val="6B6B6B"/>
              </a:solidFill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89918F-E96C-17DC-32A5-E5F572C78A23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Problem &amp; Intended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881360" cy="356052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2E7D5B"/>
                </a:solidFill>
              </a:rPr>
              <a:t>▪  Who it's for</a:t>
            </a:r>
            <a:r>
              <a:rPr lang="en-US" sz="1900" b="1">
                <a:solidFill>
                  <a:srgbClr val="2E7D5B"/>
                </a:solidFill>
              </a:rPr>
              <a:t>: </a:t>
            </a:r>
            <a:r>
              <a:rPr sz="1900">
                <a:solidFill>
                  <a:srgbClr val="222222"/>
                </a:solidFill>
              </a:rPr>
              <a:t>Singaporean residents — or people helping them, like social workers or family members</a:t>
            </a:r>
            <a:r>
              <a:rPr lang="en-US" sz="1900">
                <a:solidFill>
                  <a:srgbClr val="222222"/>
                </a:solidFill>
              </a:rPr>
              <a:t>, </a:t>
            </a:r>
            <a:r>
              <a:rPr sz="1900">
                <a:solidFill>
                  <a:srgbClr val="222222"/>
                </a:solidFill>
              </a:rPr>
              <a:t>who need a plain-language answer to “Am I eligible for X?” or “</a:t>
            </a:r>
            <a:r>
              <a:rPr lang="en-US" sz="1900">
                <a:solidFill>
                  <a:srgbClr val="222222"/>
                </a:solidFill>
              </a:rPr>
              <a:t>What am I entitled to</a:t>
            </a:r>
            <a:r>
              <a:rPr sz="1900">
                <a:solidFill>
                  <a:srgbClr val="222222"/>
                </a:solidFill>
              </a:rPr>
              <a:t>?”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2E7D5B"/>
                </a:solidFill>
              </a:rPr>
              <a:t>▪  The problem</a:t>
            </a:r>
            <a:r>
              <a:rPr lang="en-US" sz="1900" b="1">
                <a:solidFill>
                  <a:srgbClr val="2E7D5B"/>
                </a:solidFill>
              </a:rPr>
              <a:t>: </a:t>
            </a:r>
            <a:r>
              <a:rPr lang="en-US" sz="1900">
                <a:solidFill>
                  <a:srgbClr val="222222"/>
                </a:solidFill>
              </a:rPr>
              <a:t>Information regarding</a:t>
            </a:r>
            <a:r>
              <a:rPr lang="en-US" sz="1900" b="1">
                <a:solidFill>
                  <a:srgbClr val="2E7D5B"/>
                </a:solidFill>
              </a:rPr>
              <a:t> e</a:t>
            </a:r>
            <a:r>
              <a:rPr lang="en-US" sz="1900">
                <a:solidFill>
                  <a:srgbClr val="222222"/>
                </a:solidFill>
              </a:rPr>
              <a:t>ligibility policies</a:t>
            </a:r>
            <a:r>
              <a:rPr sz="1900">
                <a:solidFill>
                  <a:srgbClr val="222222"/>
                </a:solidFill>
              </a:rPr>
              <a:t> and</a:t>
            </a:r>
            <a:r>
              <a:rPr lang="en-US" sz="1900">
                <a:solidFill>
                  <a:srgbClr val="222222"/>
                </a:solidFill>
              </a:rPr>
              <a:t> entitlement</a:t>
            </a:r>
            <a:r>
              <a:rPr sz="1900">
                <a:solidFill>
                  <a:srgbClr val="222222"/>
                </a:solidFill>
              </a:rPr>
              <a:t> amounts are scattered across</a:t>
            </a:r>
            <a:r>
              <a:rPr lang="en-US" sz="1900">
                <a:solidFill>
                  <a:srgbClr val="222222"/>
                </a:solidFill>
              </a:rPr>
              <a:t> different sources with dozens</a:t>
            </a:r>
            <a:r>
              <a:rPr sz="1900">
                <a:solidFill>
                  <a:srgbClr val="222222"/>
                </a:solidFill>
              </a:rPr>
              <a:t> of official PDFs, infographics and explainer videos. It's slow to search and easy to misread a condition.</a:t>
            </a:r>
            <a:endParaRPr sz="1900">
              <a:solidFill>
                <a:srgbClr val="222222"/>
              </a:solidFill>
              <a:ea typeface="Calibri"/>
              <a:cs typeface="Calibri"/>
            </a:endParaRP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2E7D5B"/>
                </a:solidFill>
              </a:rPr>
              <a:t>▪  Our answer</a:t>
            </a:r>
            <a:r>
              <a:rPr lang="en-US" sz="1900" b="1">
                <a:solidFill>
                  <a:srgbClr val="2E7D5B"/>
                </a:solidFill>
              </a:rPr>
              <a:t>: </a:t>
            </a:r>
            <a:r>
              <a:rPr sz="1900">
                <a:solidFill>
                  <a:srgbClr val="222222"/>
                </a:solidFill>
              </a:rPr>
              <a:t>A RAG assistant that retrieves the right passage, generates a grounded response, and always shows the source — in two modes: General Q&amp;A and a Personal Eligibility Shortlist.</a:t>
            </a:r>
            <a:endParaRPr sz="1900">
              <a:solidFill>
                <a:srgbClr val="222222"/>
              </a:solidFill>
              <a:ea typeface="Calibri"/>
              <a:cs typeface="Calibri"/>
            </a:endParaRP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2E7D5B"/>
                </a:solidFill>
              </a:rPr>
              <a:t>▪  Evidence-based question we set out to </a:t>
            </a:r>
            <a:r>
              <a:rPr lang="en-US" sz="1900" b="1">
                <a:solidFill>
                  <a:srgbClr val="2E7D5B"/>
                </a:solidFill>
              </a:rPr>
              <a:t>answer: </a:t>
            </a:r>
            <a:r>
              <a:rPr lang="en-US" sz="1900">
                <a:solidFill>
                  <a:srgbClr val="222222"/>
                </a:solidFill>
              </a:rPr>
              <a:t>How</a:t>
            </a:r>
            <a:r>
              <a:rPr sz="1900">
                <a:solidFill>
                  <a:srgbClr val="222222"/>
                </a:solidFill>
              </a:rPr>
              <a:t> effectively can our system retrieve the right evidence and produce a grounded, attributable answer </a:t>
            </a:r>
            <a:r>
              <a:rPr lang="en-US" sz="1900">
                <a:solidFill>
                  <a:srgbClr val="222222"/>
                </a:solidFill>
              </a:rPr>
              <a:t>to help shape the future of Singapore?</a:t>
            </a:r>
            <a:endParaRPr sz="1900">
              <a:solidFill>
                <a:srgbClr val="222222"/>
              </a:solidFill>
              <a:ea typeface="Calibri"/>
              <a:cs typeface="Calibri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9D26AD-21C6-09D8-65E5-4F7334DA7257}"/>
              </a:ext>
            </a:extLst>
          </p:cNvPr>
          <p:cNvSpPr txBox="1"/>
          <p:nvPr/>
        </p:nvSpPr>
        <p:spPr>
          <a:xfrm>
            <a:off x="4085967" y="64008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Knowledge Base &amp; Chunking Strategy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8846288"/>
              </p:ext>
            </p:extLst>
          </p:nvPr>
        </p:nvGraphicFramePr>
        <p:xfrm>
          <a:off x="640080" y="1417320"/>
          <a:ext cx="74167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907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Chunks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How it's processed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PDF/HTML scheme pages, extracted via </a:t>
                      </a:r>
                      <a:r>
                        <a:rPr sz="1400" err="1">
                          <a:solidFill>
                            <a:srgbClr val="222222"/>
                          </a:solidFill>
                        </a:rPr>
                        <a:t>pypdf</a:t>
                      </a:r>
                      <a:r>
                        <a:rPr sz="1400">
                          <a:solidFill>
                            <a:srgbClr val="222222"/>
                          </a:solidFill>
                        </a:rPr>
                        <a:t>/</a:t>
                      </a:r>
                      <a:r>
                        <a:rPr sz="1400" err="1">
                          <a:solidFill>
                            <a:srgbClr val="222222"/>
                          </a:solidFill>
                        </a:rPr>
                        <a:t>pdfplumber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Image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34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Eligibility infographics, </a:t>
                      </a:r>
                      <a:r>
                        <a:rPr sz="1400" err="1">
                          <a:solidFill>
                            <a:srgbClr val="222222"/>
                          </a:solidFill>
                        </a:rPr>
                        <a:t>OCR'd</a:t>
                      </a:r>
                      <a:r>
                        <a:rPr sz="1400">
                          <a:solidFill>
                            <a:srgbClr val="222222"/>
                          </a:solidFill>
                        </a:rPr>
                        <a:t> via </a:t>
                      </a:r>
                      <a:r>
                        <a:rPr sz="1400" err="1">
                          <a:solidFill>
                            <a:srgbClr val="222222"/>
                          </a:solidFill>
                        </a:rPr>
                        <a:t>pytesseract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620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Video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Scheme explainer videos, transcribed via Gemini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200400"/>
            <a:ext cx="6151385" cy="336887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385 source documents → 1,809 chunks in </a:t>
            </a:r>
            <a:r>
              <a:rPr sz="1600" err="1">
                <a:solidFill>
                  <a:srgbClr val="222222"/>
                </a:solidFill>
              </a:rPr>
              <a:t>ChromaDB</a:t>
            </a:r>
            <a:r>
              <a:rPr sz="1600">
                <a:solidFill>
                  <a:srgbClr val="222222"/>
                </a:solidFill>
              </a:rPr>
              <a:t> — 3 modalities (exceeds the 2-modality minimum).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Structure-aware chunking: pack whole paragraphs up to 350 words — never split mid-paragraph, so an eligibility condition list stays intact.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Only an oversized single paragraph falls back to fixed 350-word chunks with 50-word overlap.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</a:t>
            </a:r>
            <a:r>
              <a:rPr lang="en-US" sz="1600">
                <a:solidFill>
                  <a:srgbClr val="222222"/>
                </a:solidFill>
              </a:rPr>
              <a:t>Enhancement implemented as contextual aware chunking</a:t>
            </a:r>
            <a:r>
              <a:rPr sz="1600">
                <a:solidFill>
                  <a:srgbClr val="222222"/>
                </a:solidFill>
              </a:rPr>
              <a:t>, using a separate LLM </a:t>
            </a:r>
            <a:r>
              <a:rPr lang="en-US" sz="1600">
                <a:solidFill>
                  <a:srgbClr val="222222"/>
                </a:solidFill>
              </a:rPr>
              <a:t>to align the chunk according to the context</a:t>
            </a:r>
            <a:r>
              <a:rPr lang="en-US" sz="1600">
                <a:solidFill>
                  <a:srgbClr val="222222"/>
                </a:solidFill>
                <a:ea typeface="+mn-lt"/>
                <a:cs typeface="+mn-lt"/>
              </a:rPr>
              <a:t> — verified 100% coverage on the current index: all 1,809/1,809 chunks contextualized, 0 fallbacks.</a:t>
            </a:r>
            <a:endParaRPr sz="1600">
              <a:solidFill>
                <a:srgbClr val="222222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77F04C4-F36C-158C-BFD6-CFC4A6CFC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345" y="3199238"/>
            <a:ext cx="5284749" cy="24760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3F2DF88-06F3-4DBE-5EAD-1B5B415F963A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93938" y="6446520"/>
            <a:ext cx="1484702" cy="261610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r"/>
            <a:r>
              <a:rPr sz="1100" b="1" i="0">
                <a:solidFill>
                  <a:srgbClr val="1F6FB2"/>
                </a:solidFill>
              </a:rPr>
              <a:t>● </a:t>
            </a:r>
            <a:r>
              <a:rPr lang="en-US" sz="1100" b="1" err="1">
                <a:solidFill>
                  <a:srgbClr val="1F6FB2"/>
                </a:solidFill>
              </a:rPr>
              <a:t>Presente</a:t>
            </a:r>
            <a:r>
              <a:rPr sz="1100" b="1" i="0">
                <a:solidFill>
                  <a:srgbClr val="1F6FB2"/>
                </a:solidFill>
              </a:rPr>
              <a:t>: [Name 2]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965960" cy="914400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Browser
(Q&amp;A / Profile UI)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103120"/>
            <a:ext cx="1965960" cy="914400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FastAPI Backend
/api/query
/api/profile-query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2103120"/>
            <a:ext cx="1965960" cy="914400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RagIndex
Chroma (dense) +
BM25 (hybrid)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2103120"/>
            <a:ext cx="1965960" cy="914400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LLM
Gemini / Groq /
OpenAI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92640" y="2103120"/>
            <a:ext cx="1965960" cy="914400"/>
          </a:xfrm>
          <a:prstGeom prst="roundRect">
            <a:avLst/>
          </a:prstGeom>
          <a:solidFill>
            <a:srgbClr val="1F6FB2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50" b="1">
                <a:solidFill>
                  <a:srgbClr val="FFFFFF"/>
                </a:solidFill>
              </a:rPr>
              <a:t>Answer +
Sources JSON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14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00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086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72600" y="2560320"/>
            <a:ext cx="320040" cy="0"/>
          </a:xfrm>
          <a:prstGeom prst="line">
            <a:avLst/>
          </a:prstGeom>
          <a:ln w="28575">
            <a:solidFill>
              <a:srgbClr val="2E7D5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0080" y="3429000"/>
            <a:ext cx="10881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Static HTML/CSS/JS frontend with two entry points — no build step required.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</a:t>
            </a:r>
            <a:r>
              <a:rPr sz="1600" err="1">
                <a:solidFill>
                  <a:srgbClr val="222222"/>
                </a:solidFill>
              </a:rPr>
              <a:t>FastAPI</a:t>
            </a:r>
            <a:r>
              <a:rPr sz="1600">
                <a:solidFill>
                  <a:srgbClr val="222222"/>
                </a:solidFill>
              </a:rPr>
              <a:t> backend exposes /</a:t>
            </a:r>
            <a:r>
              <a:rPr sz="1600" err="1">
                <a:solidFill>
                  <a:srgbClr val="222222"/>
                </a:solidFill>
              </a:rPr>
              <a:t>api</a:t>
            </a:r>
            <a:r>
              <a:rPr sz="1600">
                <a:solidFill>
                  <a:srgbClr val="222222"/>
                </a:solidFill>
              </a:rPr>
              <a:t>/query (general Q&amp;A), /</a:t>
            </a:r>
            <a:r>
              <a:rPr sz="1600" err="1">
                <a:solidFill>
                  <a:srgbClr val="222222"/>
                </a:solidFill>
              </a:rPr>
              <a:t>api</a:t>
            </a:r>
            <a:r>
              <a:rPr sz="1600">
                <a:solidFill>
                  <a:srgbClr val="222222"/>
                </a:solidFill>
              </a:rPr>
              <a:t>/profile-query (eligibility shortlist) and /</a:t>
            </a:r>
            <a:r>
              <a:rPr sz="1600" err="1">
                <a:solidFill>
                  <a:srgbClr val="222222"/>
                </a:solidFill>
              </a:rPr>
              <a:t>api</a:t>
            </a:r>
            <a:r>
              <a:rPr sz="1600">
                <a:solidFill>
                  <a:srgbClr val="222222"/>
                </a:solidFill>
              </a:rPr>
              <a:t>/config.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</a:t>
            </a:r>
            <a:r>
              <a:rPr sz="1600" err="1">
                <a:solidFill>
                  <a:srgbClr val="222222"/>
                </a:solidFill>
              </a:rPr>
              <a:t>RagIndex</a:t>
            </a:r>
            <a:r>
              <a:rPr sz="1600">
                <a:solidFill>
                  <a:srgbClr val="222222"/>
                </a:solidFill>
              </a:rPr>
              <a:t> wraps the Chroma collection, BM25 index, chunk records and embedder in one retrieval object.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00">
                <a:solidFill>
                  <a:srgbClr val="222222"/>
                </a:solidFill>
              </a:rPr>
              <a:t>▪  LLM client is pluggable (Gemini / </a:t>
            </a:r>
            <a:r>
              <a:rPr sz="1600" err="1">
                <a:solidFill>
                  <a:srgbClr val="222222"/>
                </a:solidFill>
              </a:rPr>
              <a:t>Groq</a:t>
            </a:r>
            <a:r>
              <a:rPr sz="1600">
                <a:solidFill>
                  <a:srgbClr val="222222"/>
                </a:solidFill>
              </a:rPr>
              <a:t> / OpenAI); a </a:t>
            </a:r>
            <a:r>
              <a:rPr sz="1600" err="1">
                <a:solidFill>
                  <a:srgbClr val="222222"/>
                </a:solidFill>
              </a:rPr>
              <a:t>Gradio</a:t>
            </a:r>
            <a:r>
              <a:rPr sz="1600">
                <a:solidFill>
                  <a:srgbClr val="222222"/>
                </a:solidFill>
              </a:rPr>
              <a:t> app reuses the same modules as a demo-day fallback.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C2705-9F63-F8E9-9272-90709ED91548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Retrieval Design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1F6FB2"/>
                </a:solidFill>
              </a:rPr>
              <a:t>▪  Dense + hybrid retrieval — </a:t>
            </a:r>
            <a:r>
              <a:rPr sz="1800">
                <a:solidFill>
                  <a:srgbClr val="222222"/>
                </a:solidFill>
              </a:rPr>
              <a:t>BAAI/bge-m3 dense embeddings in Chroma; hybrid mode fuses BM25 keyword search via Reciprocal Rank Fusion (k=60).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1F6FB2"/>
                </a:solidFill>
              </a:rPr>
              <a:t>▪  Two-layer abstention gate — </a:t>
            </a:r>
            <a:r>
              <a:rPr sz="1800">
                <a:solidFill>
                  <a:srgbClr val="222222"/>
                </a:solidFill>
              </a:rPr>
              <a:t>a similarity-threshold check (0.35) before the LLM is ever called, plus an in-prompt instruction to abstain if evidence is insufficient.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1F6FB2"/>
                </a:solidFill>
              </a:rPr>
              <a:t>▪  Configurable parameters — </a:t>
            </a:r>
            <a:r>
              <a:rPr sz="1800">
                <a:solidFill>
                  <a:srgbClr val="222222"/>
                </a:solidFill>
              </a:rPr>
              <a:t>top_k = 5, similarity threshold = 0.35, chunk size/overlap = 350/50 words, and a dense/hybrid retrieval-mode toggle.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1F6FB2"/>
                </a:solidFill>
              </a:rPr>
              <a:t>▪  Personal-profile re-ranking — </a:t>
            </a:r>
            <a:r>
              <a:rPr sz="1800">
                <a:solidFill>
                  <a:srgbClr val="222222"/>
                </a:solidFill>
              </a:rPr>
              <a:t>widens the candidate pool, deduplicates near-duplicate scheme variants (e.g. collapsing ComCare SMTA/Interim/LTA into one bucket), and diversifies across the profile's inferred categories.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114179-7D01-A509-868E-A0599089DD71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Generation &amp; Prompting Design Decisions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6B3FA0"/>
                </a:solidFill>
              </a:rPr>
              <a:t>▪  Agentic pipeline — </a:t>
            </a:r>
            <a:r>
              <a:rPr sz="1800">
                <a:solidFill>
                  <a:srgbClr val="222222"/>
                </a:solidFill>
              </a:rPr>
              <a:t>a query-rewrite agent, a personal-situation intent router, a profile-extraction agent, and an eligibility-shortlist assessor sit between retrieval and the final answer.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6B3FA0"/>
                </a:solidFill>
              </a:rPr>
              <a:t>▪  Prompt design — </a:t>
            </a:r>
            <a:r>
              <a:rPr sz="1800">
                <a:solidFill>
                  <a:srgbClr val="222222"/>
                </a:solidFill>
              </a:rPr>
              <a:t>the model must answer using only the supplied context, cite every claim as [scheme, section/page], and use an exact fallback sentence when evidence is insufficient.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6B3FA0"/>
                </a:solidFill>
              </a:rPr>
              <a:t>▪  Deterministic grounding safeguard — </a:t>
            </a:r>
            <a:r>
              <a:rPr sz="1800">
                <a:solidFill>
                  <a:srgbClr val="222222"/>
                </a:solidFill>
              </a:rPr>
              <a:t>the eligible/unclear/not_assessed bucket for each scheme is derived in code from structured conditions — never taken from the model's own prose.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800" b="1">
                <a:solidFill>
                  <a:srgbClr val="6B3FA0"/>
                </a:solidFill>
              </a:rPr>
              <a:t>▪  Safety &amp; citations — </a:t>
            </a:r>
            <a:r>
              <a:rPr sz="1800">
                <a:solidFill>
                  <a:srgbClr val="222222"/>
                </a:solidFill>
              </a:rPr>
              <a:t>NRIC/FIN-shaped identifiers are redacted before any query reaches an LLM; every citation is validated against the retrieved set before being shown to the resident.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BD4626-2F90-0D80-F407-4C954AAC37CA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2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Evaluation Dataset &amp; Metrics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15-question test set — </a:t>
            </a:r>
            <a:r>
              <a:rPr sz="1700">
                <a:solidFill>
                  <a:srgbClr val="222222"/>
                </a:solidFill>
              </a:rPr>
              <a:t>Factual (F1–F3), Paraphrase (P1–P3), Multi-document (M1–M2), Unanswerable (U1–U2), Ambiguous (A1–A2), Personal profile (PR1–PR3).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8 questions hand-labelled</a:t>
            </a:r>
            <a:r>
              <a:rPr sz="1700">
                <a:solidFill>
                  <a:srgbClr val="222222"/>
                </a:solidFill>
              </a:rPr>
              <a:t>with ground-truth chunk(s) for retrieval scoring.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3 retrieval measures — </a:t>
            </a:r>
            <a:r>
              <a:rPr sz="1700">
                <a:solidFill>
                  <a:srgbClr val="222222"/>
                </a:solidFill>
              </a:rPr>
              <a:t>Hit Rate, Recall@5, Mean Reciprocal Rank (MRR).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1 answer-quality measure — </a:t>
            </a:r>
            <a:r>
              <a:rPr sz="1700">
                <a:solidFill>
                  <a:srgbClr val="222222"/>
                </a:solidFill>
              </a:rPr>
              <a:t>structured 0–2 rubric across Correctness, Faithfulness, Citation accuracy.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Run config — </a:t>
            </a:r>
            <a:r>
              <a:rPr sz="1700">
                <a:solidFill>
                  <a:srgbClr val="222222"/>
                </a:solidFill>
              </a:rPr>
              <a:t>gpt-5.4-mini, BAAI/bge-m3 embeddings, top_k=5, query rewrite off (to isolate the retrieval-mode comparison).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B87F5B-3C92-E6A8-6A8E-14A0B84DE6D8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2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Baseline (Dense) vs. Improved (Hybrid) Results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645920" y="1463040"/>
          <a:ext cx="8869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B269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Dense</a:t>
                      </a:r>
                    </a:p>
                  </a:txBody>
                  <a:tcPr>
                    <a:solidFill>
                      <a:srgbClr val="B269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Hybrid</a:t>
                      </a:r>
                    </a:p>
                  </a:txBody>
                  <a:tcPr>
                    <a:solidFill>
                      <a:srgbClr val="B269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>
                    <a:solidFill>
                      <a:srgbClr val="B2691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Hit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25.0%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37.5%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+12.5 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Recall@5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18.8%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31.2%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+12.5 pp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MRR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0.219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−0.031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Correctness (mean)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1.27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1.40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+0.13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Faithfulness (mean)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−0.26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Citation accuracy (mean)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1.80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1.80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>
                    <a:solidFill>
                      <a:srgbClr val="E9EE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89204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B2691F"/>
                </a:solidFill>
              </a:rPr>
              <a:t>▪  What changed — </a:t>
            </a:r>
            <a:r>
              <a:rPr sz="1500">
                <a:solidFill>
                  <a:srgbClr val="222222"/>
                </a:solidFill>
              </a:rPr>
              <a:t>added BM25 keyword search fused with dense retrieval via Reciprocal Rank Fusion, to catch distinctive keywords/amounts dense embeddings dilute.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500" b="1">
                <a:solidFill>
                  <a:srgbClr val="B2691F"/>
                </a:solidFill>
              </a:rPr>
              <a:t>▪  Trade-off — </a:t>
            </a:r>
            <a:r>
              <a:rPr sz="1500">
                <a:solidFill>
                  <a:srgbClr val="222222"/>
                </a:solidFill>
              </a:rPr>
              <a:t>hybrid retrieves the right evidence more often, but is less strictly grounded when it does answer — and ranks correct hits slightly later on average.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1DFC6-3030-5E1A-959F-A3D60BBD42D6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2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Failure Case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PR3 — citizenship hallucination: </a:t>
            </a:r>
            <a:r>
              <a:rPr sz="1700">
                <a:solidFill>
                  <a:srgbClr val="222222"/>
                </a:solidFill>
              </a:rPr>
              <a:t>hybrid's reason text asserted “Singapore Citizen” for a profile explicitly marked PR — a generation/grounding failure, since bucket logic only reads structured conditions.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P1/P2 — paraphrase misrouting: </a:t>
            </a:r>
            <a:r>
              <a:rPr sz="1700">
                <a:solidFill>
                  <a:srgbClr val="222222"/>
                </a:solidFill>
              </a:rPr>
              <a:t>“my mother” / “working mum” tax questions were routed into the eligibility-shortlist path instead of IRAS Parent Relief / WMCR — a corpus gap plus an over-eager keyword router.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F2 — corpus-gap false positive: </a:t>
            </a:r>
            <a:r>
              <a:rPr sz="1700">
                <a:solidFill>
                  <a:srgbClr val="222222"/>
                </a:solidFill>
              </a:rPr>
              <a:t>hybrid stated the $80,000 tax relief cap from passages that only mention it in passing, versus </a:t>
            </a:r>
            <a:r>
              <a:rPr sz="1700" err="1">
                <a:solidFill>
                  <a:srgbClr val="222222"/>
                </a:solidFill>
              </a:rPr>
              <a:t>dense's</a:t>
            </a:r>
            <a:r>
              <a:rPr sz="1700">
                <a:solidFill>
                  <a:srgbClr val="222222"/>
                </a:solidFill>
              </a:rPr>
              <a:t> safer abstention.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700" b="1">
                <a:solidFill>
                  <a:srgbClr val="B2691F"/>
                </a:solidFill>
              </a:rPr>
              <a:t>▪  M2 — under-grounded synthesis: </a:t>
            </a:r>
            <a:r>
              <a:rPr sz="1700">
                <a:solidFill>
                  <a:srgbClr val="222222"/>
                </a:solidFill>
              </a:rPr>
              <a:t>hybrid generated a plausible but only partially correct multi-document answer where dense abstained cleanly instead.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B05E27-F168-1D91-E5E9-98742C0F11EA}"/>
              </a:ext>
            </a:extLst>
          </p:cNvPr>
          <p:cNvSpPr txBox="1"/>
          <p:nvPr/>
        </p:nvSpPr>
        <p:spPr>
          <a:xfrm>
            <a:off x="1408670" y="44813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B26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Limitations &amp; Lessons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50" b="1">
                <a:solidFill>
                  <a:srgbClr val="B2691F"/>
                </a:solidFill>
              </a:rPr>
              <a:t>▪  Limitations — </a:t>
            </a:r>
            <a:r>
              <a:rPr sz="1650">
                <a:solidFill>
                  <a:srgbClr val="222222"/>
                </a:solidFill>
              </a:rPr>
              <a:t>small labelled eval set (8/15); known corpus gaps (Parent Relief/WMCR); keyword-based intent router can misfire; shortlist reasons aren't cross-checked against the profile; MRR regressed under hybrid.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50" b="1">
                <a:solidFill>
                  <a:srgbClr val="B2691F"/>
                </a:solidFill>
              </a:rPr>
              <a:t>▪  Lesson 1 — </a:t>
            </a:r>
            <a:r>
              <a:rPr sz="1650">
                <a:solidFill>
                  <a:srgbClr val="222222"/>
                </a:solidFill>
              </a:rPr>
              <a:t>hybrid retrieval trades some ranking precision and answer-faithfulness for meaningfully better coverage — worth it here, but the grounding gap needs a fix.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50" b="1">
                <a:solidFill>
                  <a:srgbClr val="B2691F"/>
                </a:solidFill>
              </a:rPr>
              <a:t>▪  Lesson 2 — </a:t>
            </a:r>
            <a:r>
              <a:rPr sz="1650">
                <a:solidFill>
                  <a:srgbClr val="222222"/>
                </a:solidFill>
              </a:rPr>
              <a:t>deriving safety-critical logic (the eligible/unclear bucket) in code from structured fields, rather than trusting the model's own prose, caught bucket errors but not text-level contradictions — both layers need validation.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650" b="1">
                <a:solidFill>
                  <a:srgbClr val="B2691F"/>
                </a:solidFill>
              </a:rPr>
              <a:t>▪  Lesson 3 — </a:t>
            </a:r>
            <a:r>
              <a:rPr sz="1650">
                <a:solidFill>
                  <a:srgbClr val="222222"/>
                </a:solidFill>
              </a:rPr>
              <a:t>small, well-labelled failure cases taught us more than the aggregate metrics alone — each failure pointed to a specific, fixable cause (corpus gap, router heuristic, or missing consistency check).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9E17FC-4C9C-3E5B-DCAB-CBB0A39356BE}"/>
              </a:ext>
            </a:extLst>
          </p:cNvPr>
          <p:cNvSpPr txBox="1"/>
          <p:nvPr/>
        </p:nvSpPr>
        <p:spPr>
          <a:xfrm>
            <a:off x="1408670" y="44813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Live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6B3FA0"/>
                </a:solidFill>
              </a:rPr>
              <a:t>▪  General Q&amp;A example — </a:t>
            </a:r>
            <a:r>
              <a:rPr sz="1900">
                <a:solidFill>
                  <a:srgbClr val="222222"/>
                </a:solidFill>
              </a:rPr>
              <a:t>“How much does each eligible Singaporean household get from CDC Vouchers?” — grounded answer with [scheme, section] citation.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6B3FA0"/>
                </a:solidFill>
              </a:rPr>
              <a:t>▪  Personal Eligibility Shortlist example — </a:t>
            </a:r>
            <a:r>
              <a:rPr sz="1900">
                <a:solidFill>
                  <a:srgbClr val="222222"/>
                </a:solidFill>
              </a:rPr>
              <a:t>Profile: Singapore Citizen, age 68, HDB flat, retired — shortlist surfaces Silver Support and cost-of-living schemes as “Possibly eligible” with per-condition reasoning.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 b="1">
                <a:solidFill>
                  <a:srgbClr val="6B3FA0"/>
                </a:solidFill>
              </a:rPr>
              <a:t>▪  Unanswerable question example — </a:t>
            </a:r>
            <a:r>
              <a:rPr sz="1900">
                <a:solidFill>
                  <a:srgbClr val="222222"/>
                </a:solidFill>
              </a:rPr>
              <a:t>“Can I use my CDC Vouchers to pay my IRAS income tax bill?” — correctly triggers the fallback message instead of guessing.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900">
                <a:solidFill>
                  <a:srgbClr val="222222"/>
                </a:solidFill>
              </a:rPr>
              <a:t>▪  [Switch to the running application for the live walkthrough]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2984F2-7A02-E0B4-847A-88765262106D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40080"/>
            <a:ext cx="2111668" cy="615553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332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Ingest missing tax-relief documents (Parent Relief, WMCR, a consolidated reliefs overview)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Add a post-generation consistency check between the shortlist's reason text and the structured profile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Expand the hand-labelled test set and allow multiple ground-truth chunks per question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Add a reranking stage to recover MRR without losing the Hit Rate/Recall@5 gains</a:t>
            </a:r>
          </a:p>
          <a:p>
            <a:pPr>
              <a:spcAft>
                <a:spcPts val="1400"/>
              </a:spcAft>
            </a:pPr>
            <a:r>
              <a:rPr sz="1800">
                <a:solidFill>
                  <a:srgbClr val="FFFFFF"/>
                </a:solidFill>
              </a:rPr>
              <a:t>▪  Replace the keyword intent router with a small classifier or few-shot LLM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21208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>
                <a:solidFill>
                  <a:srgbClr val="B9CCE0"/>
                </a:solidFill>
              </a:rPr>
              <a:t>Thank you — Questions?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16899E-E5DF-C98E-8FD3-F1228EAAB399}"/>
              </a:ext>
            </a:extLst>
          </p:cNvPr>
          <p:cNvSpPr txBox="1"/>
          <p:nvPr/>
        </p:nvSpPr>
        <p:spPr>
          <a:xfrm>
            <a:off x="2150075" y="2042983"/>
            <a:ext cx="3583459" cy="83099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SG" sz="4800" b="1">
                <a:solidFill>
                  <a:srgbClr val="FF0000"/>
                </a:solidFill>
              </a:rPr>
              <a:t>REPLACED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3703</Words>
  <Application>Microsoft Office PowerPoint</Application>
  <PresentationFormat>Widescreen</PresentationFormat>
  <Paragraphs>397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GOH HUI MIN</cp:lastModifiedBy>
  <cp:revision>1</cp:revision>
  <dcterms:created xsi:type="dcterms:W3CDTF">2013-01-27T09:14:16Z</dcterms:created>
  <dcterms:modified xsi:type="dcterms:W3CDTF">2026-07-31T06:21:22Z</dcterms:modified>
  <cp:category/>
</cp:coreProperties>
</file>